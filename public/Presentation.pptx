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530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4762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14337"/>
            <a:ext cx="1279769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IBM Internship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71537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71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390525" y="1652587"/>
            <a:ext cx="5101237" cy="1143000"/>
            <a:chOff x="390525" y="1647825"/>
            <a:chExt cx="5101237" cy="11430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647825"/>
              <a:ext cx="5101237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22403B"/>
                  </a:solidFill>
                  <a:latin typeface="Roboto Slab"/>
                </a:rPr>
                <a:t>AI Fashion Design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2219325"/>
              <a:ext cx="5101237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22403B"/>
                  </a:solidFill>
                  <a:latin typeface="Roboto Slab"/>
                </a:rPr>
                <a:t>Generator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90525" y="2986087"/>
            <a:ext cx="2250433" cy="514350"/>
            <a:chOff x="390525" y="2981325"/>
            <a:chExt cx="2250433" cy="514350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2981325"/>
              <a:ext cx="225043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AI-powered fashion creation,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3152775"/>
              <a:ext cx="225043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visualization, recommendation and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3324225"/>
              <a:ext cx="225043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virtual try-on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371475" y="4281487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71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525" y="4567237"/>
            <a:ext cx="1902914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Developed by Piyush Ramteke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84483" y="1338763"/>
            <a:ext cx="2196512" cy="573024"/>
          </a:xfrm>
          <a:custGeom>
            <a:avLst/>
            <a:gdLst/>
            <a:ahLst/>
            <a:cxnLst/>
            <a:rect l="0" t="0" r="0" b="0"/>
            <a:pathLst>
              <a:path w="2196512" h="573024">
                <a:moveTo>
                  <a:pt x="191004" y="493433"/>
                </a:moveTo>
                <a:cubicBezTo>
                  <a:pt x="191004" y="537390"/>
                  <a:pt x="226628" y="573024"/>
                  <a:pt x="270586" y="573024"/>
                </a:cubicBezTo>
                <a:lnTo>
                  <a:pt x="2116931" y="573024"/>
                </a:lnTo>
                <a:cubicBezTo>
                  <a:pt x="2160879" y="573024"/>
                  <a:pt x="2196512" y="537390"/>
                  <a:pt x="2196512" y="493433"/>
                </a:cubicBezTo>
                <a:lnTo>
                  <a:pt x="2196512" y="79581"/>
                </a:lnTo>
                <a:cubicBezTo>
                  <a:pt x="2196512" y="35633"/>
                  <a:pt x="2160889" y="0"/>
                  <a:pt x="2116931" y="0"/>
                </a:cubicBezTo>
                <a:lnTo>
                  <a:pt x="270586" y="0"/>
                </a:lnTo>
                <a:cubicBezTo>
                  <a:pt x="226628" y="0"/>
                  <a:pt x="191004" y="35633"/>
                  <a:pt x="191004" y="79581"/>
                </a:cubicBezTo>
                <a:lnTo>
                  <a:pt x="191004" y="95497"/>
                </a:lnTo>
                <a:cubicBezTo>
                  <a:pt x="296484" y="95497"/>
                  <a:pt x="382000" y="181013"/>
                  <a:pt x="382000" y="286502"/>
                </a:cubicBezTo>
                <a:cubicBezTo>
                  <a:pt x="382000" y="391991"/>
                  <a:pt x="296484" y="477507"/>
                  <a:pt x="191004" y="477507"/>
                </a:cubicBezTo>
                <a:lnTo>
                  <a:pt x="191004" y="493423"/>
                </a:lnTo>
                <a:moveTo>
                  <a:pt x="0" y="286502"/>
                </a:moveTo>
                <a:cubicBezTo>
                  <a:pt x="0" y="391991"/>
                  <a:pt x="85515" y="477507"/>
                  <a:pt x="191004" y="477507"/>
                </a:cubicBezTo>
                <a:cubicBezTo>
                  <a:pt x="296484" y="477507"/>
                  <a:pt x="382000" y="391991"/>
                  <a:pt x="382000" y="286502"/>
                </a:cubicBezTo>
                <a:cubicBezTo>
                  <a:pt x="382000" y="181013"/>
                  <a:pt x="296484" y="95497"/>
                  <a:pt x="191004" y="95497"/>
                </a:cubicBezTo>
                <a:cubicBezTo>
                  <a:pt x="85515" y="95497"/>
                  <a:pt x="0" y="181013"/>
                  <a:pt x="0" y="28650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84483" y="1338763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0" y="286501"/>
                </a:moveTo>
                <a:cubicBezTo>
                  <a:pt x="0" y="391989"/>
                  <a:pt x="85514" y="477503"/>
                  <a:pt x="191001" y="477503"/>
                </a:cubicBezTo>
                <a:cubicBezTo>
                  <a:pt x="296488" y="477503"/>
                  <a:pt x="382002" y="391989"/>
                  <a:pt x="382002" y="286501"/>
                </a:cubicBezTo>
                <a:cubicBezTo>
                  <a:pt x="382002" y="181014"/>
                  <a:pt x="296488" y="95500"/>
                  <a:pt x="191001" y="95500"/>
                </a:cubicBezTo>
                <a:cubicBezTo>
                  <a:pt x="85514" y="95500"/>
                  <a:pt x="0" y="181014"/>
                  <a:pt x="0" y="286501"/>
                </a:cubicBezTo>
                <a:moveTo>
                  <a:pt x="191001" y="477503"/>
                </a:moveTo>
                <a:lnTo>
                  <a:pt x="191001" y="493420"/>
                </a:lnTo>
                <a:moveTo>
                  <a:pt x="2196515" y="493420"/>
                </a:moveTo>
                <a:lnTo>
                  <a:pt x="2196515" y="485461"/>
                </a:lnTo>
                <a:lnTo>
                  <a:pt x="2196515" y="477503"/>
                </a:lnTo>
                <a:moveTo>
                  <a:pt x="191001" y="95500"/>
                </a:moveTo>
                <a:lnTo>
                  <a:pt x="191001" y="79583"/>
                </a:lnTo>
                <a:cubicBezTo>
                  <a:pt x="191001" y="35631"/>
                  <a:pt x="226632" y="0"/>
                  <a:pt x="270585" y="0"/>
                </a:cubicBezTo>
                <a:lnTo>
                  <a:pt x="2116931" y="0"/>
                </a:lnTo>
                <a:cubicBezTo>
                  <a:pt x="2160883" y="0"/>
                  <a:pt x="2196515" y="35631"/>
                  <a:pt x="2196515" y="79583"/>
                </a:cubicBezTo>
                <a:lnTo>
                  <a:pt x="2196515" y="477503"/>
                </a:lnTo>
                <a:moveTo>
                  <a:pt x="191001" y="493420"/>
                </a:moveTo>
                <a:cubicBezTo>
                  <a:pt x="191001" y="537373"/>
                  <a:pt x="226632" y="573003"/>
                  <a:pt x="270585" y="573003"/>
                </a:cubicBezTo>
                <a:lnTo>
                  <a:pt x="2116931" y="573003"/>
                </a:lnTo>
                <a:cubicBezTo>
                  <a:pt x="2160883" y="573003"/>
                  <a:pt x="2196515" y="537373"/>
                  <a:pt x="2196515" y="493420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4476499" y="1600500"/>
            <a:ext cx="274319" cy="49529"/>
            <a:chOff x="4476499" y="1595738"/>
            <a:chExt cx="274319" cy="49529"/>
          </a:xfrm>
        </p:grpSpPr>
        <p:sp>
          <p:nvSpPr>
            <p:cNvPr id="4" name="Rounded Rectangle 3"/>
            <p:cNvSpPr/>
            <p:nvPr/>
          </p:nvSpPr>
          <p:spPr>
            <a:xfrm>
              <a:off x="4476499" y="1620503"/>
              <a:ext cx="261842" cy="9525"/>
            </a:xfrm>
            <a:custGeom>
              <a:avLst/>
              <a:gdLst/>
              <a:ahLst/>
              <a:cxnLst/>
              <a:rect l="0" t="0" r="0" b="0"/>
              <a:pathLst>
                <a:path w="261842" h="9525">
                  <a:moveTo>
                    <a:pt x="0" y="0"/>
                  </a:moveTo>
                  <a:lnTo>
                    <a:pt x="261842" y="0"/>
                  </a:lnTo>
                </a:path>
              </a:pathLst>
            </a:custGeom>
            <a:noFill/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707956" y="1595738"/>
              <a:ext cx="42862" cy="49529"/>
            </a:xfrm>
            <a:custGeom>
              <a:avLst/>
              <a:gdLst/>
              <a:ahLst/>
              <a:cxnLst/>
              <a:rect l="0" t="0" r="0" b="0"/>
              <a:pathLst>
                <a:path w="42862" h="49529">
                  <a:moveTo>
                    <a:pt x="42862" y="24764"/>
                  </a:moveTo>
                  <a:lnTo>
                    <a:pt x="0" y="49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403B"/>
            </a:solidFill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4858502" y="1338763"/>
            <a:ext cx="2196512" cy="573024"/>
          </a:xfrm>
          <a:custGeom>
            <a:avLst/>
            <a:gdLst/>
            <a:ahLst/>
            <a:cxnLst/>
            <a:rect l="0" t="0" r="0" b="0"/>
            <a:pathLst>
              <a:path w="2196512" h="573024">
                <a:moveTo>
                  <a:pt x="1814512" y="286502"/>
                </a:moveTo>
                <a:cubicBezTo>
                  <a:pt x="1814512" y="391991"/>
                  <a:pt x="1900027" y="477507"/>
                  <a:pt x="2005517" y="477507"/>
                </a:cubicBezTo>
                <a:cubicBezTo>
                  <a:pt x="2110997" y="477507"/>
                  <a:pt x="2196512" y="391991"/>
                  <a:pt x="2196512" y="286502"/>
                </a:cubicBezTo>
                <a:cubicBezTo>
                  <a:pt x="2196512" y="181013"/>
                  <a:pt x="2110997" y="95497"/>
                  <a:pt x="2005517" y="95497"/>
                </a:cubicBezTo>
                <a:cubicBezTo>
                  <a:pt x="1900027" y="95497"/>
                  <a:pt x="1814512" y="181013"/>
                  <a:pt x="1814512" y="286502"/>
                </a:cubicBezTo>
                <a:moveTo>
                  <a:pt x="2005517" y="493433"/>
                </a:moveTo>
                <a:cubicBezTo>
                  <a:pt x="2005517" y="537390"/>
                  <a:pt x="1969884" y="573024"/>
                  <a:pt x="1925926" y="573024"/>
                </a:cubicBezTo>
                <a:lnTo>
                  <a:pt x="79581" y="573024"/>
                </a:lnTo>
                <a:cubicBezTo>
                  <a:pt x="35633" y="573024"/>
                  <a:pt x="0" y="537390"/>
                  <a:pt x="0" y="493433"/>
                </a:cubicBezTo>
                <a:lnTo>
                  <a:pt x="0" y="79581"/>
                </a:lnTo>
                <a:cubicBezTo>
                  <a:pt x="0" y="35633"/>
                  <a:pt x="35633" y="0"/>
                  <a:pt x="79581" y="0"/>
                </a:cubicBezTo>
                <a:lnTo>
                  <a:pt x="1925926" y="0"/>
                </a:lnTo>
                <a:cubicBezTo>
                  <a:pt x="1969884" y="0"/>
                  <a:pt x="2005517" y="35633"/>
                  <a:pt x="2005517" y="79581"/>
                </a:cubicBezTo>
                <a:lnTo>
                  <a:pt x="2005517" y="95497"/>
                </a:lnTo>
                <a:cubicBezTo>
                  <a:pt x="1900027" y="95497"/>
                  <a:pt x="1814512" y="181013"/>
                  <a:pt x="1814512" y="286502"/>
                </a:cubicBezTo>
                <a:cubicBezTo>
                  <a:pt x="1814512" y="391991"/>
                  <a:pt x="1900027" y="477507"/>
                  <a:pt x="2005517" y="477507"/>
                </a:cubicBezTo>
                <a:lnTo>
                  <a:pt x="2005517" y="49342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58501" y="1338763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2005513" y="477503"/>
                </a:moveTo>
                <a:lnTo>
                  <a:pt x="2005513" y="493420"/>
                </a:lnTo>
                <a:moveTo>
                  <a:pt x="0" y="493420"/>
                </a:moveTo>
                <a:lnTo>
                  <a:pt x="0" y="485461"/>
                </a:lnTo>
                <a:lnTo>
                  <a:pt x="0" y="477503"/>
                </a:lnTo>
                <a:moveTo>
                  <a:pt x="2005513" y="95500"/>
                </a:moveTo>
                <a:lnTo>
                  <a:pt x="2005513" y="79583"/>
                </a:lnTo>
                <a:cubicBezTo>
                  <a:pt x="2005513" y="35631"/>
                  <a:pt x="1969882" y="0"/>
                  <a:pt x="1925929" y="0"/>
                </a:cubicBezTo>
                <a:lnTo>
                  <a:pt x="79583" y="0"/>
                </a:lnTo>
                <a:cubicBezTo>
                  <a:pt x="35631" y="0"/>
                  <a:pt x="0" y="35631"/>
                  <a:pt x="0" y="79583"/>
                </a:cubicBezTo>
                <a:lnTo>
                  <a:pt x="0" y="477503"/>
                </a:lnTo>
                <a:moveTo>
                  <a:pt x="2005513" y="493420"/>
                </a:moveTo>
                <a:cubicBezTo>
                  <a:pt x="2005513" y="537373"/>
                  <a:pt x="1969882" y="573003"/>
                  <a:pt x="1925929" y="573003"/>
                </a:cubicBezTo>
                <a:lnTo>
                  <a:pt x="79583" y="573003"/>
                </a:lnTo>
                <a:cubicBezTo>
                  <a:pt x="35631" y="573003"/>
                  <a:pt x="0" y="537373"/>
                  <a:pt x="0" y="493420"/>
                </a:cubicBezTo>
                <a:moveTo>
                  <a:pt x="1814512" y="286501"/>
                </a:moveTo>
                <a:cubicBezTo>
                  <a:pt x="1814512" y="391989"/>
                  <a:pt x="1900026" y="477503"/>
                  <a:pt x="2005513" y="477503"/>
                </a:cubicBezTo>
                <a:cubicBezTo>
                  <a:pt x="2111000" y="477503"/>
                  <a:pt x="2196515" y="391989"/>
                  <a:pt x="2196515" y="286501"/>
                </a:cubicBezTo>
                <a:cubicBezTo>
                  <a:pt x="2196515" y="181014"/>
                  <a:pt x="2111000" y="95500"/>
                  <a:pt x="2005513" y="95500"/>
                </a:cubicBezTo>
                <a:cubicBezTo>
                  <a:pt x="1900026" y="95500"/>
                  <a:pt x="1814512" y="181014"/>
                  <a:pt x="1814512" y="286501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84483" y="2007267"/>
            <a:ext cx="2196512" cy="573023"/>
          </a:xfrm>
          <a:custGeom>
            <a:avLst/>
            <a:gdLst/>
            <a:ahLst/>
            <a:cxnLst/>
            <a:rect l="0" t="0" r="0" b="0"/>
            <a:pathLst>
              <a:path w="2196512" h="573023">
                <a:moveTo>
                  <a:pt x="191004" y="493433"/>
                </a:moveTo>
                <a:cubicBezTo>
                  <a:pt x="191004" y="537390"/>
                  <a:pt x="226628" y="573023"/>
                  <a:pt x="270586" y="573023"/>
                </a:cubicBezTo>
                <a:lnTo>
                  <a:pt x="2116931" y="573023"/>
                </a:lnTo>
                <a:cubicBezTo>
                  <a:pt x="2160879" y="573023"/>
                  <a:pt x="2196512" y="537390"/>
                  <a:pt x="2196512" y="493433"/>
                </a:cubicBezTo>
                <a:lnTo>
                  <a:pt x="2196512" y="79581"/>
                </a:lnTo>
                <a:cubicBezTo>
                  <a:pt x="2196512" y="35633"/>
                  <a:pt x="2160889" y="0"/>
                  <a:pt x="2116931" y="0"/>
                </a:cubicBezTo>
                <a:lnTo>
                  <a:pt x="270586" y="0"/>
                </a:lnTo>
                <a:cubicBezTo>
                  <a:pt x="226628" y="0"/>
                  <a:pt x="191004" y="35633"/>
                  <a:pt x="191004" y="79581"/>
                </a:cubicBezTo>
                <a:lnTo>
                  <a:pt x="191004" y="95497"/>
                </a:lnTo>
                <a:cubicBezTo>
                  <a:pt x="296484" y="95497"/>
                  <a:pt x="382000" y="181013"/>
                  <a:pt x="382000" y="286502"/>
                </a:cubicBezTo>
                <a:cubicBezTo>
                  <a:pt x="382000" y="391991"/>
                  <a:pt x="296484" y="477507"/>
                  <a:pt x="191004" y="477507"/>
                </a:cubicBezTo>
                <a:lnTo>
                  <a:pt x="191004" y="493423"/>
                </a:lnTo>
                <a:moveTo>
                  <a:pt x="0" y="286502"/>
                </a:moveTo>
                <a:cubicBezTo>
                  <a:pt x="0" y="391991"/>
                  <a:pt x="85515" y="477507"/>
                  <a:pt x="191004" y="477507"/>
                </a:cubicBezTo>
                <a:cubicBezTo>
                  <a:pt x="296484" y="477507"/>
                  <a:pt x="382000" y="391991"/>
                  <a:pt x="382000" y="286502"/>
                </a:cubicBezTo>
                <a:cubicBezTo>
                  <a:pt x="382000" y="181013"/>
                  <a:pt x="296484" y="95497"/>
                  <a:pt x="191004" y="95497"/>
                </a:cubicBezTo>
                <a:cubicBezTo>
                  <a:pt x="85515" y="95497"/>
                  <a:pt x="0" y="181013"/>
                  <a:pt x="0" y="28650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84483" y="2007267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0" y="286501"/>
                </a:moveTo>
                <a:cubicBezTo>
                  <a:pt x="0" y="391989"/>
                  <a:pt x="85514" y="477503"/>
                  <a:pt x="191001" y="477503"/>
                </a:cubicBezTo>
                <a:cubicBezTo>
                  <a:pt x="296488" y="477503"/>
                  <a:pt x="382002" y="391989"/>
                  <a:pt x="382002" y="286501"/>
                </a:cubicBezTo>
                <a:cubicBezTo>
                  <a:pt x="382002" y="181014"/>
                  <a:pt x="296488" y="95500"/>
                  <a:pt x="191001" y="95500"/>
                </a:cubicBezTo>
                <a:cubicBezTo>
                  <a:pt x="85514" y="95500"/>
                  <a:pt x="0" y="181014"/>
                  <a:pt x="0" y="286501"/>
                </a:cubicBezTo>
                <a:moveTo>
                  <a:pt x="191001" y="477503"/>
                </a:moveTo>
                <a:lnTo>
                  <a:pt x="191001" y="493420"/>
                </a:lnTo>
                <a:moveTo>
                  <a:pt x="2196515" y="493420"/>
                </a:moveTo>
                <a:lnTo>
                  <a:pt x="2196515" y="485461"/>
                </a:lnTo>
                <a:lnTo>
                  <a:pt x="2196515" y="477503"/>
                </a:lnTo>
                <a:moveTo>
                  <a:pt x="191001" y="95500"/>
                </a:moveTo>
                <a:lnTo>
                  <a:pt x="191001" y="79583"/>
                </a:lnTo>
                <a:cubicBezTo>
                  <a:pt x="191001" y="35631"/>
                  <a:pt x="226632" y="0"/>
                  <a:pt x="270585" y="0"/>
                </a:cubicBezTo>
                <a:lnTo>
                  <a:pt x="2116931" y="0"/>
                </a:lnTo>
                <a:cubicBezTo>
                  <a:pt x="2160883" y="0"/>
                  <a:pt x="2196515" y="35631"/>
                  <a:pt x="2196515" y="79583"/>
                </a:cubicBezTo>
                <a:lnTo>
                  <a:pt x="2196515" y="477503"/>
                </a:lnTo>
                <a:moveTo>
                  <a:pt x="191001" y="493420"/>
                </a:moveTo>
                <a:cubicBezTo>
                  <a:pt x="191001" y="537373"/>
                  <a:pt x="226632" y="573003"/>
                  <a:pt x="270585" y="573003"/>
                </a:cubicBezTo>
                <a:lnTo>
                  <a:pt x="2116931" y="573003"/>
                </a:lnTo>
                <a:cubicBezTo>
                  <a:pt x="2160883" y="573003"/>
                  <a:pt x="2196515" y="537373"/>
                  <a:pt x="2196515" y="493420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4476499" y="2269004"/>
            <a:ext cx="274319" cy="49529"/>
            <a:chOff x="4476499" y="2264242"/>
            <a:chExt cx="274319" cy="49529"/>
          </a:xfrm>
        </p:grpSpPr>
        <p:sp>
          <p:nvSpPr>
            <p:cNvPr id="11" name="Rounded Rectangle 10"/>
            <p:cNvSpPr/>
            <p:nvPr/>
          </p:nvSpPr>
          <p:spPr>
            <a:xfrm>
              <a:off x="4476499" y="2289007"/>
              <a:ext cx="261842" cy="9525"/>
            </a:xfrm>
            <a:custGeom>
              <a:avLst/>
              <a:gdLst/>
              <a:ahLst/>
              <a:cxnLst/>
              <a:rect l="0" t="0" r="0" b="0"/>
              <a:pathLst>
                <a:path w="261842" h="9525">
                  <a:moveTo>
                    <a:pt x="0" y="0"/>
                  </a:moveTo>
                  <a:lnTo>
                    <a:pt x="261842" y="0"/>
                  </a:lnTo>
                </a:path>
              </a:pathLst>
            </a:custGeom>
            <a:noFill/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707956" y="2264242"/>
              <a:ext cx="42862" cy="49529"/>
            </a:xfrm>
            <a:custGeom>
              <a:avLst/>
              <a:gdLst/>
              <a:ahLst/>
              <a:cxnLst/>
              <a:rect l="0" t="0" r="0" b="0"/>
              <a:pathLst>
                <a:path w="42862" h="49529">
                  <a:moveTo>
                    <a:pt x="42862" y="24764"/>
                  </a:moveTo>
                  <a:lnTo>
                    <a:pt x="0" y="49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403B"/>
            </a:solidFill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4858502" y="2007267"/>
            <a:ext cx="2196512" cy="573023"/>
          </a:xfrm>
          <a:custGeom>
            <a:avLst/>
            <a:gdLst/>
            <a:ahLst/>
            <a:cxnLst/>
            <a:rect l="0" t="0" r="0" b="0"/>
            <a:pathLst>
              <a:path w="2196512" h="573023">
                <a:moveTo>
                  <a:pt x="1814512" y="286502"/>
                </a:moveTo>
                <a:cubicBezTo>
                  <a:pt x="1814512" y="391991"/>
                  <a:pt x="1900027" y="477507"/>
                  <a:pt x="2005517" y="477507"/>
                </a:cubicBezTo>
                <a:cubicBezTo>
                  <a:pt x="2110997" y="477507"/>
                  <a:pt x="2196512" y="391991"/>
                  <a:pt x="2196512" y="286502"/>
                </a:cubicBezTo>
                <a:cubicBezTo>
                  <a:pt x="2196512" y="181013"/>
                  <a:pt x="2110997" y="95497"/>
                  <a:pt x="2005517" y="95497"/>
                </a:cubicBezTo>
                <a:cubicBezTo>
                  <a:pt x="1900027" y="95497"/>
                  <a:pt x="1814512" y="181013"/>
                  <a:pt x="1814512" y="286502"/>
                </a:cubicBezTo>
                <a:moveTo>
                  <a:pt x="2005517" y="493433"/>
                </a:moveTo>
                <a:cubicBezTo>
                  <a:pt x="2005517" y="537390"/>
                  <a:pt x="1969884" y="573023"/>
                  <a:pt x="1925926" y="573023"/>
                </a:cubicBezTo>
                <a:lnTo>
                  <a:pt x="79581" y="573023"/>
                </a:lnTo>
                <a:cubicBezTo>
                  <a:pt x="35633" y="573023"/>
                  <a:pt x="0" y="537390"/>
                  <a:pt x="0" y="493433"/>
                </a:cubicBezTo>
                <a:lnTo>
                  <a:pt x="0" y="79581"/>
                </a:lnTo>
                <a:cubicBezTo>
                  <a:pt x="0" y="35633"/>
                  <a:pt x="35633" y="0"/>
                  <a:pt x="79581" y="0"/>
                </a:cubicBezTo>
                <a:lnTo>
                  <a:pt x="1925926" y="0"/>
                </a:lnTo>
                <a:cubicBezTo>
                  <a:pt x="1969884" y="0"/>
                  <a:pt x="2005517" y="35633"/>
                  <a:pt x="2005517" y="79581"/>
                </a:cubicBezTo>
                <a:lnTo>
                  <a:pt x="2005517" y="95497"/>
                </a:lnTo>
                <a:cubicBezTo>
                  <a:pt x="1900027" y="95497"/>
                  <a:pt x="1814512" y="181013"/>
                  <a:pt x="1814512" y="286502"/>
                </a:cubicBezTo>
                <a:cubicBezTo>
                  <a:pt x="1814512" y="391991"/>
                  <a:pt x="1900027" y="477507"/>
                  <a:pt x="2005517" y="477507"/>
                </a:cubicBezTo>
                <a:lnTo>
                  <a:pt x="2005517" y="49342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58501" y="2007267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2005513" y="477503"/>
                </a:moveTo>
                <a:lnTo>
                  <a:pt x="2005513" y="493420"/>
                </a:lnTo>
                <a:moveTo>
                  <a:pt x="0" y="493420"/>
                </a:moveTo>
                <a:lnTo>
                  <a:pt x="0" y="485461"/>
                </a:lnTo>
                <a:lnTo>
                  <a:pt x="0" y="477503"/>
                </a:lnTo>
                <a:moveTo>
                  <a:pt x="2005513" y="95500"/>
                </a:moveTo>
                <a:lnTo>
                  <a:pt x="2005513" y="79583"/>
                </a:lnTo>
                <a:cubicBezTo>
                  <a:pt x="2005513" y="35631"/>
                  <a:pt x="1969882" y="0"/>
                  <a:pt x="1925929" y="0"/>
                </a:cubicBezTo>
                <a:lnTo>
                  <a:pt x="79583" y="0"/>
                </a:lnTo>
                <a:cubicBezTo>
                  <a:pt x="35631" y="0"/>
                  <a:pt x="0" y="35631"/>
                  <a:pt x="0" y="79583"/>
                </a:cubicBezTo>
                <a:lnTo>
                  <a:pt x="0" y="477503"/>
                </a:lnTo>
                <a:moveTo>
                  <a:pt x="2005513" y="493420"/>
                </a:moveTo>
                <a:cubicBezTo>
                  <a:pt x="2005513" y="537373"/>
                  <a:pt x="1969882" y="573003"/>
                  <a:pt x="1925929" y="573003"/>
                </a:cubicBezTo>
                <a:lnTo>
                  <a:pt x="79583" y="573003"/>
                </a:lnTo>
                <a:cubicBezTo>
                  <a:pt x="35631" y="573003"/>
                  <a:pt x="0" y="537373"/>
                  <a:pt x="0" y="493420"/>
                </a:cubicBezTo>
                <a:moveTo>
                  <a:pt x="1814512" y="286501"/>
                </a:moveTo>
                <a:cubicBezTo>
                  <a:pt x="1814512" y="391989"/>
                  <a:pt x="1900026" y="477503"/>
                  <a:pt x="2005513" y="477503"/>
                </a:cubicBezTo>
                <a:cubicBezTo>
                  <a:pt x="2111000" y="477503"/>
                  <a:pt x="2196515" y="391989"/>
                  <a:pt x="2196515" y="286501"/>
                </a:cubicBezTo>
                <a:cubicBezTo>
                  <a:pt x="2196515" y="181014"/>
                  <a:pt x="2111000" y="95500"/>
                  <a:pt x="2005513" y="95500"/>
                </a:cubicBezTo>
                <a:cubicBezTo>
                  <a:pt x="1900026" y="95500"/>
                  <a:pt x="1814512" y="181014"/>
                  <a:pt x="1814512" y="286501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84483" y="2675772"/>
            <a:ext cx="2196512" cy="573023"/>
          </a:xfrm>
          <a:custGeom>
            <a:avLst/>
            <a:gdLst/>
            <a:ahLst/>
            <a:cxnLst/>
            <a:rect l="0" t="0" r="0" b="0"/>
            <a:pathLst>
              <a:path w="2196512" h="573023">
                <a:moveTo>
                  <a:pt x="191004" y="493433"/>
                </a:moveTo>
                <a:cubicBezTo>
                  <a:pt x="191004" y="537390"/>
                  <a:pt x="226628" y="573023"/>
                  <a:pt x="270586" y="573023"/>
                </a:cubicBezTo>
                <a:lnTo>
                  <a:pt x="2116931" y="573023"/>
                </a:lnTo>
                <a:cubicBezTo>
                  <a:pt x="2160879" y="573023"/>
                  <a:pt x="2196512" y="537390"/>
                  <a:pt x="2196512" y="493433"/>
                </a:cubicBezTo>
                <a:lnTo>
                  <a:pt x="2196512" y="79581"/>
                </a:lnTo>
                <a:cubicBezTo>
                  <a:pt x="2196512" y="35633"/>
                  <a:pt x="2160889" y="0"/>
                  <a:pt x="2116931" y="0"/>
                </a:cubicBezTo>
                <a:lnTo>
                  <a:pt x="270586" y="0"/>
                </a:lnTo>
                <a:cubicBezTo>
                  <a:pt x="226628" y="0"/>
                  <a:pt x="191004" y="35633"/>
                  <a:pt x="191004" y="79581"/>
                </a:cubicBezTo>
                <a:lnTo>
                  <a:pt x="191004" y="95497"/>
                </a:lnTo>
                <a:cubicBezTo>
                  <a:pt x="296484" y="95497"/>
                  <a:pt x="382000" y="181013"/>
                  <a:pt x="382000" y="286502"/>
                </a:cubicBezTo>
                <a:cubicBezTo>
                  <a:pt x="382000" y="391991"/>
                  <a:pt x="296484" y="477507"/>
                  <a:pt x="191004" y="477507"/>
                </a:cubicBezTo>
                <a:lnTo>
                  <a:pt x="191004" y="493423"/>
                </a:lnTo>
                <a:moveTo>
                  <a:pt x="0" y="286502"/>
                </a:moveTo>
                <a:cubicBezTo>
                  <a:pt x="0" y="391991"/>
                  <a:pt x="85515" y="477507"/>
                  <a:pt x="191004" y="477507"/>
                </a:cubicBezTo>
                <a:cubicBezTo>
                  <a:pt x="296484" y="477507"/>
                  <a:pt x="382000" y="391991"/>
                  <a:pt x="382000" y="286502"/>
                </a:cubicBezTo>
                <a:cubicBezTo>
                  <a:pt x="382000" y="181013"/>
                  <a:pt x="296484" y="95497"/>
                  <a:pt x="191004" y="95497"/>
                </a:cubicBezTo>
                <a:cubicBezTo>
                  <a:pt x="85515" y="95497"/>
                  <a:pt x="0" y="181013"/>
                  <a:pt x="0" y="28650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84483" y="2675772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0" y="286501"/>
                </a:moveTo>
                <a:cubicBezTo>
                  <a:pt x="0" y="391989"/>
                  <a:pt x="85514" y="477503"/>
                  <a:pt x="191001" y="477503"/>
                </a:cubicBezTo>
                <a:cubicBezTo>
                  <a:pt x="296488" y="477503"/>
                  <a:pt x="382002" y="391989"/>
                  <a:pt x="382002" y="286501"/>
                </a:cubicBezTo>
                <a:cubicBezTo>
                  <a:pt x="382002" y="181014"/>
                  <a:pt x="296488" y="95500"/>
                  <a:pt x="191001" y="95500"/>
                </a:cubicBezTo>
                <a:cubicBezTo>
                  <a:pt x="85514" y="95500"/>
                  <a:pt x="0" y="181014"/>
                  <a:pt x="0" y="286501"/>
                </a:cubicBezTo>
                <a:moveTo>
                  <a:pt x="191001" y="477503"/>
                </a:moveTo>
                <a:lnTo>
                  <a:pt x="191001" y="493420"/>
                </a:lnTo>
                <a:moveTo>
                  <a:pt x="2196515" y="493420"/>
                </a:moveTo>
                <a:lnTo>
                  <a:pt x="2196515" y="485461"/>
                </a:lnTo>
                <a:lnTo>
                  <a:pt x="2196515" y="477503"/>
                </a:lnTo>
                <a:moveTo>
                  <a:pt x="191001" y="95500"/>
                </a:moveTo>
                <a:lnTo>
                  <a:pt x="191001" y="79583"/>
                </a:lnTo>
                <a:cubicBezTo>
                  <a:pt x="191001" y="35631"/>
                  <a:pt x="226632" y="0"/>
                  <a:pt x="270585" y="0"/>
                </a:cubicBezTo>
                <a:lnTo>
                  <a:pt x="2116931" y="0"/>
                </a:lnTo>
                <a:cubicBezTo>
                  <a:pt x="2160883" y="0"/>
                  <a:pt x="2196515" y="35631"/>
                  <a:pt x="2196515" y="79583"/>
                </a:cubicBezTo>
                <a:lnTo>
                  <a:pt x="2196515" y="477503"/>
                </a:lnTo>
                <a:moveTo>
                  <a:pt x="191001" y="493420"/>
                </a:moveTo>
                <a:cubicBezTo>
                  <a:pt x="191001" y="537373"/>
                  <a:pt x="226632" y="573003"/>
                  <a:pt x="270585" y="573003"/>
                </a:cubicBezTo>
                <a:lnTo>
                  <a:pt x="2116931" y="573003"/>
                </a:lnTo>
                <a:cubicBezTo>
                  <a:pt x="2160883" y="573003"/>
                  <a:pt x="2196515" y="537373"/>
                  <a:pt x="2196515" y="493420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" name="Group 19"/>
          <p:cNvGrpSpPr/>
          <p:nvPr/>
        </p:nvGrpSpPr>
        <p:grpSpPr>
          <a:xfrm>
            <a:off x="4476499" y="2937509"/>
            <a:ext cx="274319" cy="49530"/>
            <a:chOff x="4476499" y="2932747"/>
            <a:chExt cx="274319" cy="49530"/>
          </a:xfrm>
        </p:grpSpPr>
        <p:sp>
          <p:nvSpPr>
            <p:cNvPr id="18" name="Rounded Rectangle 17"/>
            <p:cNvSpPr/>
            <p:nvPr/>
          </p:nvSpPr>
          <p:spPr>
            <a:xfrm>
              <a:off x="4476499" y="2957512"/>
              <a:ext cx="261842" cy="9525"/>
            </a:xfrm>
            <a:custGeom>
              <a:avLst/>
              <a:gdLst/>
              <a:ahLst/>
              <a:cxnLst/>
              <a:rect l="0" t="0" r="0" b="0"/>
              <a:pathLst>
                <a:path w="261842" h="9525">
                  <a:moveTo>
                    <a:pt x="0" y="0"/>
                  </a:moveTo>
                  <a:lnTo>
                    <a:pt x="261842" y="0"/>
                  </a:lnTo>
                </a:path>
              </a:pathLst>
            </a:custGeom>
            <a:noFill/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707956" y="2932747"/>
              <a:ext cx="42862" cy="49530"/>
            </a:xfrm>
            <a:custGeom>
              <a:avLst/>
              <a:gdLst/>
              <a:ahLst/>
              <a:cxnLst/>
              <a:rect l="0" t="0" r="0" b="0"/>
              <a:pathLst>
                <a:path w="42862" h="49530">
                  <a:moveTo>
                    <a:pt x="42862" y="24765"/>
                  </a:moveTo>
                  <a:lnTo>
                    <a:pt x="0" y="49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403B"/>
            </a:solidFill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4858502" y="2675772"/>
            <a:ext cx="2196512" cy="573023"/>
          </a:xfrm>
          <a:custGeom>
            <a:avLst/>
            <a:gdLst/>
            <a:ahLst/>
            <a:cxnLst/>
            <a:rect l="0" t="0" r="0" b="0"/>
            <a:pathLst>
              <a:path w="2196512" h="573023">
                <a:moveTo>
                  <a:pt x="1814512" y="286502"/>
                </a:moveTo>
                <a:cubicBezTo>
                  <a:pt x="1814512" y="391991"/>
                  <a:pt x="1900027" y="477507"/>
                  <a:pt x="2005517" y="477507"/>
                </a:cubicBezTo>
                <a:cubicBezTo>
                  <a:pt x="2110997" y="477507"/>
                  <a:pt x="2196512" y="391991"/>
                  <a:pt x="2196512" y="286502"/>
                </a:cubicBezTo>
                <a:cubicBezTo>
                  <a:pt x="2196512" y="181013"/>
                  <a:pt x="2110997" y="95497"/>
                  <a:pt x="2005517" y="95497"/>
                </a:cubicBezTo>
                <a:cubicBezTo>
                  <a:pt x="1900027" y="95497"/>
                  <a:pt x="1814512" y="181013"/>
                  <a:pt x="1814512" y="286502"/>
                </a:cubicBezTo>
                <a:moveTo>
                  <a:pt x="2005517" y="493433"/>
                </a:moveTo>
                <a:cubicBezTo>
                  <a:pt x="2005517" y="537390"/>
                  <a:pt x="1969884" y="573023"/>
                  <a:pt x="1925926" y="573023"/>
                </a:cubicBezTo>
                <a:lnTo>
                  <a:pt x="79581" y="573023"/>
                </a:lnTo>
                <a:cubicBezTo>
                  <a:pt x="35633" y="573023"/>
                  <a:pt x="0" y="537390"/>
                  <a:pt x="0" y="493433"/>
                </a:cubicBezTo>
                <a:lnTo>
                  <a:pt x="0" y="79581"/>
                </a:lnTo>
                <a:cubicBezTo>
                  <a:pt x="0" y="35633"/>
                  <a:pt x="35633" y="0"/>
                  <a:pt x="79581" y="0"/>
                </a:cubicBezTo>
                <a:lnTo>
                  <a:pt x="1925926" y="0"/>
                </a:lnTo>
                <a:cubicBezTo>
                  <a:pt x="1969884" y="0"/>
                  <a:pt x="2005517" y="35633"/>
                  <a:pt x="2005517" y="79581"/>
                </a:cubicBezTo>
                <a:lnTo>
                  <a:pt x="2005517" y="95497"/>
                </a:lnTo>
                <a:cubicBezTo>
                  <a:pt x="1900027" y="95497"/>
                  <a:pt x="1814512" y="181013"/>
                  <a:pt x="1814512" y="286502"/>
                </a:cubicBezTo>
                <a:cubicBezTo>
                  <a:pt x="1814512" y="391991"/>
                  <a:pt x="1900027" y="477507"/>
                  <a:pt x="2005517" y="477507"/>
                </a:cubicBezTo>
                <a:lnTo>
                  <a:pt x="2005517" y="49342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58501" y="2675772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2005513" y="477503"/>
                </a:moveTo>
                <a:lnTo>
                  <a:pt x="2005513" y="493420"/>
                </a:lnTo>
                <a:moveTo>
                  <a:pt x="0" y="493420"/>
                </a:moveTo>
                <a:lnTo>
                  <a:pt x="0" y="485461"/>
                </a:lnTo>
                <a:lnTo>
                  <a:pt x="0" y="477503"/>
                </a:lnTo>
                <a:moveTo>
                  <a:pt x="2005513" y="95500"/>
                </a:moveTo>
                <a:lnTo>
                  <a:pt x="2005513" y="79583"/>
                </a:lnTo>
                <a:cubicBezTo>
                  <a:pt x="2005513" y="35631"/>
                  <a:pt x="1969882" y="0"/>
                  <a:pt x="1925929" y="0"/>
                </a:cubicBezTo>
                <a:lnTo>
                  <a:pt x="79583" y="0"/>
                </a:lnTo>
                <a:cubicBezTo>
                  <a:pt x="35631" y="0"/>
                  <a:pt x="0" y="35631"/>
                  <a:pt x="0" y="79583"/>
                </a:cubicBezTo>
                <a:lnTo>
                  <a:pt x="0" y="477503"/>
                </a:lnTo>
                <a:moveTo>
                  <a:pt x="2005513" y="493420"/>
                </a:moveTo>
                <a:cubicBezTo>
                  <a:pt x="2005513" y="537373"/>
                  <a:pt x="1969882" y="573003"/>
                  <a:pt x="1925929" y="573003"/>
                </a:cubicBezTo>
                <a:lnTo>
                  <a:pt x="79583" y="573003"/>
                </a:lnTo>
                <a:cubicBezTo>
                  <a:pt x="35631" y="573003"/>
                  <a:pt x="0" y="537373"/>
                  <a:pt x="0" y="493420"/>
                </a:cubicBezTo>
                <a:moveTo>
                  <a:pt x="1814512" y="286501"/>
                </a:moveTo>
                <a:cubicBezTo>
                  <a:pt x="1814512" y="391989"/>
                  <a:pt x="1900026" y="477503"/>
                  <a:pt x="2005513" y="477503"/>
                </a:cubicBezTo>
                <a:cubicBezTo>
                  <a:pt x="2111000" y="477503"/>
                  <a:pt x="2196515" y="391989"/>
                  <a:pt x="2196515" y="286501"/>
                </a:cubicBezTo>
                <a:cubicBezTo>
                  <a:pt x="2196515" y="181014"/>
                  <a:pt x="2111000" y="95500"/>
                  <a:pt x="2005513" y="95500"/>
                </a:cubicBezTo>
                <a:cubicBezTo>
                  <a:pt x="1900026" y="95500"/>
                  <a:pt x="1814512" y="181014"/>
                  <a:pt x="1814512" y="286501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84483" y="3344276"/>
            <a:ext cx="2196512" cy="573023"/>
          </a:xfrm>
          <a:custGeom>
            <a:avLst/>
            <a:gdLst/>
            <a:ahLst/>
            <a:cxnLst/>
            <a:rect l="0" t="0" r="0" b="0"/>
            <a:pathLst>
              <a:path w="2196512" h="573023">
                <a:moveTo>
                  <a:pt x="191004" y="493433"/>
                </a:moveTo>
                <a:cubicBezTo>
                  <a:pt x="191004" y="537390"/>
                  <a:pt x="226628" y="573023"/>
                  <a:pt x="270586" y="573023"/>
                </a:cubicBezTo>
                <a:lnTo>
                  <a:pt x="2116931" y="573023"/>
                </a:lnTo>
                <a:cubicBezTo>
                  <a:pt x="2160879" y="573023"/>
                  <a:pt x="2196512" y="537390"/>
                  <a:pt x="2196512" y="493433"/>
                </a:cubicBezTo>
                <a:lnTo>
                  <a:pt x="2196512" y="79581"/>
                </a:lnTo>
                <a:cubicBezTo>
                  <a:pt x="2196512" y="35633"/>
                  <a:pt x="2160889" y="0"/>
                  <a:pt x="2116931" y="0"/>
                </a:cubicBezTo>
                <a:lnTo>
                  <a:pt x="270586" y="0"/>
                </a:lnTo>
                <a:cubicBezTo>
                  <a:pt x="226628" y="0"/>
                  <a:pt x="191004" y="35633"/>
                  <a:pt x="191004" y="79581"/>
                </a:cubicBezTo>
                <a:lnTo>
                  <a:pt x="191004" y="95497"/>
                </a:lnTo>
                <a:cubicBezTo>
                  <a:pt x="296484" y="95497"/>
                  <a:pt x="382000" y="181013"/>
                  <a:pt x="382000" y="286502"/>
                </a:cubicBezTo>
                <a:cubicBezTo>
                  <a:pt x="382000" y="391991"/>
                  <a:pt x="296484" y="477507"/>
                  <a:pt x="191004" y="477507"/>
                </a:cubicBezTo>
                <a:lnTo>
                  <a:pt x="191004" y="493423"/>
                </a:lnTo>
                <a:moveTo>
                  <a:pt x="0" y="286502"/>
                </a:moveTo>
                <a:cubicBezTo>
                  <a:pt x="0" y="391991"/>
                  <a:pt x="85515" y="477507"/>
                  <a:pt x="191004" y="477507"/>
                </a:cubicBezTo>
                <a:cubicBezTo>
                  <a:pt x="296484" y="477507"/>
                  <a:pt x="382000" y="391991"/>
                  <a:pt x="382000" y="286502"/>
                </a:cubicBezTo>
                <a:cubicBezTo>
                  <a:pt x="382000" y="181013"/>
                  <a:pt x="296484" y="95497"/>
                  <a:pt x="191004" y="95497"/>
                </a:cubicBezTo>
                <a:cubicBezTo>
                  <a:pt x="85515" y="95497"/>
                  <a:pt x="0" y="181013"/>
                  <a:pt x="0" y="28650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84483" y="3344276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0" y="286501"/>
                </a:moveTo>
                <a:cubicBezTo>
                  <a:pt x="0" y="391989"/>
                  <a:pt x="85514" y="477503"/>
                  <a:pt x="191001" y="477503"/>
                </a:cubicBezTo>
                <a:cubicBezTo>
                  <a:pt x="296488" y="477503"/>
                  <a:pt x="382002" y="391989"/>
                  <a:pt x="382002" y="286501"/>
                </a:cubicBezTo>
                <a:cubicBezTo>
                  <a:pt x="382002" y="181014"/>
                  <a:pt x="296488" y="95500"/>
                  <a:pt x="191001" y="95500"/>
                </a:cubicBezTo>
                <a:cubicBezTo>
                  <a:pt x="85514" y="95500"/>
                  <a:pt x="0" y="181014"/>
                  <a:pt x="0" y="286501"/>
                </a:cubicBezTo>
                <a:moveTo>
                  <a:pt x="191001" y="477503"/>
                </a:moveTo>
                <a:lnTo>
                  <a:pt x="191001" y="493420"/>
                </a:lnTo>
                <a:moveTo>
                  <a:pt x="2196515" y="493420"/>
                </a:moveTo>
                <a:lnTo>
                  <a:pt x="2196515" y="485461"/>
                </a:lnTo>
                <a:lnTo>
                  <a:pt x="2196515" y="477503"/>
                </a:lnTo>
                <a:moveTo>
                  <a:pt x="191001" y="95500"/>
                </a:moveTo>
                <a:lnTo>
                  <a:pt x="191001" y="79583"/>
                </a:lnTo>
                <a:cubicBezTo>
                  <a:pt x="191001" y="35631"/>
                  <a:pt x="226632" y="0"/>
                  <a:pt x="270585" y="0"/>
                </a:cubicBezTo>
                <a:lnTo>
                  <a:pt x="2116931" y="0"/>
                </a:lnTo>
                <a:cubicBezTo>
                  <a:pt x="2160883" y="0"/>
                  <a:pt x="2196515" y="35631"/>
                  <a:pt x="2196515" y="79583"/>
                </a:cubicBezTo>
                <a:lnTo>
                  <a:pt x="2196515" y="477503"/>
                </a:lnTo>
                <a:moveTo>
                  <a:pt x="191001" y="493420"/>
                </a:moveTo>
                <a:cubicBezTo>
                  <a:pt x="191001" y="537373"/>
                  <a:pt x="226632" y="573003"/>
                  <a:pt x="270585" y="573003"/>
                </a:cubicBezTo>
                <a:lnTo>
                  <a:pt x="2116931" y="573003"/>
                </a:lnTo>
                <a:cubicBezTo>
                  <a:pt x="2160883" y="573003"/>
                  <a:pt x="2196515" y="537373"/>
                  <a:pt x="2196515" y="493420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7" name="Group 26"/>
          <p:cNvGrpSpPr/>
          <p:nvPr/>
        </p:nvGrpSpPr>
        <p:grpSpPr>
          <a:xfrm>
            <a:off x="4476499" y="3606014"/>
            <a:ext cx="274319" cy="49530"/>
            <a:chOff x="4476499" y="3601252"/>
            <a:chExt cx="274319" cy="49530"/>
          </a:xfrm>
        </p:grpSpPr>
        <p:sp>
          <p:nvSpPr>
            <p:cNvPr id="25" name="Rounded Rectangle 24"/>
            <p:cNvSpPr/>
            <p:nvPr/>
          </p:nvSpPr>
          <p:spPr>
            <a:xfrm>
              <a:off x="4476499" y="3626017"/>
              <a:ext cx="261842" cy="9525"/>
            </a:xfrm>
            <a:custGeom>
              <a:avLst/>
              <a:gdLst/>
              <a:ahLst/>
              <a:cxnLst/>
              <a:rect l="0" t="0" r="0" b="0"/>
              <a:pathLst>
                <a:path w="261842" h="9525">
                  <a:moveTo>
                    <a:pt x="0" y="0"/>
                  </a:moveTo>
                  <a:lnTo>
                    <a:pt x="261842" y="0"/>
                  </a:lnTo>
                </a:path>
              </a:pathLst>
            </a:custGeom>
            <a:noFill/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707956" y="3601252"/>
              <a:ext cx="42862" cy="49530"/>
            </a:xfrm>
            <a:custGeom>
              <a:avLst/>
              <a:gdLst/>
              <a:ahLst/>
              <a:cxnLst/>
              <a:rect l="0" t="0" r="0" b="0"/>
              <a:pathLst>
                <a:path w="42862" h="49530">
                  <a:moveTo>
                    <a:pt x="42862" y="24765"/>
                  </a:moveTo>
                  <a:lnTo>
                    <a:pt x="0" y="49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403B"/>
            </a:solidFill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858502" y="3344276"/>
            <a:ext cx="2196512" cy="573023"/>
          </a:xfrm>
          <a:custGeom>
            <a:avLst/>
            <a:gdLst/>
            <a:ahLst/>
            <a:cxnLst/>
            <a:rect l="0" t="0" r="0" b="0"/>
            <a:pathLst>
              <a:path w="2196512" h="573023">
                <a:moveTo>
                  <a:pt x="1814512" y="286502"/>
                </a:moveTo>
                <a:cubicBezTo>
                  <a:pt x="1814512" y="391991"/>
                  <a:pt x="1900027" y="477507"/>
                  <a:pt x="2005517" y="477507"/>
                </a:cubicBezTo>
                <a:cubicBezTo>
                  <a:pt x="2110997" y="477507"/>
                  <a:pt x="2196512" y="391991"/>
                  <a:pt x="2196512" y="286502"/>
                </a:cubicBezTo>
                <a:cubicBezTo>
                  <a:pt x="2196512" y="181013"/>
                  <a:pt x="2110997" y="95497"/>
                  <a:pt x="2005517" y="95497"/>
                </a:cubicBezTo>
                <a:cubicBezTo>
                  <a:pt x="1900027" y="95497"/>
                  <a:pt x="1814512" y="181013"/>
                  <a:pt x="1814512" y="286502"/>
                </a:cubicBezTo>
                <a:moveTo>
                  <a:pt x="2005517" y="493433"/>
                </a:moveTo>
                <a:cubicBezTo>
                  <a:pt x="2005517" y="537390"/>
                  <a:pt x="1969884" y="573023"/>
                  <a:pt x="1925926" y="573023"/>
                </a:cubicBezTo>
                <a:lnTo>
                  <a:pt x="79581" y="573023"/>
                </a:lnTo>
                <a:cubicBezTo>
                  <a:pt x="35633" y="573023"/>
                  <a:pt x="0" y="537390"/>
                  <a:pt x="0" y="493433"/>
                </a:cubicBezTo>
                <a:lnTo>
                  <a:pt x="0" y="79581"/>
                </a:lnTo>
                <a:cubicBezTo>
                  <a:pt x="0" y="35633"/>
                  <a:pt x="35633" y="0"/>
                  <a:pt x="79581" y="0"/>
                </a:cubicBezTo>
                <a:lnTo>
                  <a:pt x="1925926" y="0"/>
                </a:lnTo>
                <a:cubicBezTo>
                  <a:pt x="1969884" y="0"/>
                  <a:pt x="2005517" y="35633"/>
                  <a:pt x="2005517" y="79581"/>
                </a:cubicBezTo>
                <a:lnTo>
                  <a:pt x="2005517" y="95497"/>
                </a:lnTo>
                <a:cubicBezTo>
                  <a:pt x="1900027" y="95497"/>
                  <a:pt x="1814512" y="181013"/>
                  <a:pt x="1814512" y="286502"/>
                </a:cubicBezTo>
                <a:cubicBezTo>
                  <a:pt x="1814512" y="391991"/>
                  <a:pt x="1900027" y="477507"/>
                  <a:pt x="2005517" y="477507"/>
                </a:cubicBezTo>
                <a:lnTo>
                  <a:pt x="2005517" y="49342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58501" y="3344276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2005513" y="477503"/>
                </a:moveTo>
                <a:lnTo>
                  <a:pt x="2005513" y="493420"/>
                </a:lnTo>
                <a:moveTo>
                  <a:pt x="0" y="493420"/>
                </a:moveTo>
                <a:lnTo>
                  <a:pt x="0" y="485461"/>
                </a:lnTo>
                <a:lnTo>
                  <a:pt x="0" y="477503"/>
                </a:lnTo>
                <a:moveTo>
                  <a:pt x="2005513" y="95500"/>
                </a:moveTo>
                <a:lnTo>
                  <a:pt x="2005513" y="79583"/>
                </a:lnTo>
                <a:cubicBezTo>
                  <a:pt x="2005513" y="35631"/>
                  <a:pt x="1969882" y="0"/>
                  <a:pt x="1925929" y="0"/>
                </a:cubicBezTo>
                <a:lnTo>
                  <a:pt x="79583" y="0"/>
                </a:lnTo>
                <a:cubicBezTo>
                  <a:pt x="35631" y="0"/>
                  <a:pt x="0" y="35631"/>
                  <a:pt x="0" y="79583"/>
                </a:cubicBezTo>
                <a:lnTo>
                  <a:pt x="0" y="477503"/>
                </a:lnTo>
                <a:moveTo>
                  <a:pt x="2005513" y="493420"/>
                </a:moveTo>
                <a:cubicBezTo>
                  <a:pt x="2005513" y="537373"/>
                  <a:pt x="1969882" y="573003"/>
                  <a:pt x="1925929" y="573003"/>
                </a:cubicBezTo>
                <a:lnTo>
                  <a:pt x="79583" y="573003"/>
                </a:lnTo>
                <a:cubicBezTo>
                  <a:pt x="35631" y="573003"/>
                  <a:pt x="0" y="537373"/>
                  <a:pt x="0" y="493420"/>
                </a:cubicBezTo>
                <a:moveTo>
                  <a:pt x="1814512" y="286501"/>
                </a:moveTo>
                <a:cubicBezTo>
                  <a:pt x="1814512" y="391989"/>
                  <a:pt x="1900026" y="477503"/>
                  <a:pt x="2005513" y="477503"/>
                </a:cubicBezTo>
                <a:cubicBezTo>
                  <a:pt x="2111000" y="477503"/>
                  <a:pt x="2196515" y="391989"/>
                  <a:pt x="2196515" y="286501"/>
                </a:cubicBezTo>
                <a:cubicBezTo>
                  <a:pt x="2196515" y="181014"/>
                  <a:pt x="2111000" y="95500"/>
                  <a:pt x="2005513" y="95500"/>
                </a:cubicBezTo>
                <a:cubicBezTo>
                  <a:pt x="1900026" y="95500"/>
                  <a:pt x="1814512" y="181014"/>
                  <a:pt x="1814512" y="286501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84483" y="4012781"/>
            <a:ext cx="2196512" cy="573023"/>
          </a:xfrm>
          <a:custGeom>
            <a:avLst/>
            <a:gdLst/>
            <a:ahLst/>
            <a:cxnLst/>
            <a:rect l="0" t="0" r="0" b="0"/>
            <a:pathLst>
              <a:path w="2196512" h="573023">
                <a:moveTo>
                  <a:pt x="191004" y="493433"/>
                </a:moveTo>
                <a:cubicBezTo>
                  <a:pt x="191004" y="537390"/>
                  <a:pt x="226628" y="573023"/>
                  <a:pt x="270586" y="573023"/>
                </a:cubicBezTo>
                <a:lnTo>
                  <a:pt x="2116931" y="573023"/>
                </a:lnTo>
                <a:cubicBezTo>
                  <a:pt x="2160879" y="573023"/>
                  <a:pt x="2196512" y="537390"/>
                  <a:pt x="2196512" y="493433"/>
                </a:cubicBezTo>
                <a:lnTo>
                  <a:pt x="2196512" y="79581"/>
                </a:lnTo>
                <a:cubicBezTo>
                  <a:pt x="2196512" y="35633"/>
                  <a:pt x="2160889" y="0"/>
                  <a:pt x="2116931" y="0"/>
                </a:cubicBezTo>
                <a:lnTo>
                  <a:pt x="270586" y="0"/>
                </a:lnTo>
                <a:cubicBezTo>
                  <a:pt x="226628" y="0"/>
                  <a:pt x="191004" y="35633"/>
                  <a:pt x="191004" y="79581"/>
                </a:cubicBezTo>
                <a:lnTo>
                  <a:pt x="191004" y="95497"/>
                </a:lnTo>
                <a:cubicBezTo>
                  <a:pt x="296484" y="95497"/>
                  <a:pt x="382000" y="181013"/>
                  <a:pt x="382000" y="286502"/>
                </a:cubicBezTo>
                <a:cubicBezTo>
                  <a:pt x="382000" y="391991"/>
                  <a:pt x="296484" y="477507"/>
                  <a:pt x="191004" y="477507"/>
                </a:cubicBezTo>
                <a:lnTo>
                  <a:pt x="191004" y="493423"/>
                </a:lnTo>
                <a:moveTo>
                  <a:pt x="0" y="286502"/>
                </a:moveTo>
                <a:cubicBezTo>
                  <a:pt x="0" y="391991"/>
                  <a:pt x="85515" y="477507"/>
                  <a:pt x="191004" y="477507"/>
                </a:cubicBezTo>
                <a:cubicBezTo>
                  <a:pt x="296484" y="477507"/>
                  <a:pt x="382000" y="391991"/>
                  <a:pt x="382000" y="286502"/>
                </a:cubicBezTo>
                <a:cubicBezTo>
                  <a:pt x="382000" y="181013"/>
                  <a:pt x="296484" y="95497"/>
                  <a:pt x="191004" y="95497"/>
                </a:cubicBezTo>
                <a:cubicBezTo>
                  <a:pt x="85515" y="95497"/>
                  <a:pt x="0" y="181013"/>
                  <a:pt x="0" y="28650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84483" y="4012781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0" y="286501"/>
                </a:moveTo>
                <a:cubicBezTo>
                  <a:pt x="0" y="391989"/>
                  <a:pt x="85514" y="477503"/>
                  <a:pt x="191001" y="477503"/>
                </a:cubicBezTo>
                <a:cubicBezTo>
                  <a:pt x="296488" y="477503"/>
                  <a:pt x="382002" y="391989"/>
                  <a:pt x="382002" y="286501"/>
                </a:cubicBezTo>
                <a:cubicBezTo>
                  <a:pt x="382002" y="181014"/>
                  <a:pt x="296488" y="95500"/>
                  <a:pt x="191001" y="95500"/>
                </a:cubicBezTo>
                <a:cubicBezTo>
                  <a:pt x="85514" y="95500"/>
                  <a:pt x="0" y="181014"/>
                  <a:pt x="0" y="286501"/>
                </a:cubicBezTo>
                <a:moveTo>
                  <a:pt x="191001" y="477503"/>
                </a:moveTo>
                <a:lnTo>
                  <a:pt x="191001" y="493420"/>
                </a:lnTo>
                <a:moveTo>
                  <a:pt x="2196515" y="493420"/>
                </a:moveTo>
                <a:lnTo>
                  <a:pt x="2196515" y="485461"/>
                </a:lnTo>
                <a:lnTo>
                  <a:pt x="2196515" y="477503"/>
                </a:lnTo>
                <a:moveTo>
                  <a:pt x="191001" y="95500"/>
                </a:moveTo>
                <a:lnTo>
                  <a:pt x="191001" y="79583"/>
                </a:lnTo>
                <a:cubicBezTo>
                  <a:pt x="191001" y="35631"/>
                  <a:pt x="226632" y="0"/>
                  <a:pt x="270585" y="0"/>
                </a:cubicBezTo>
                <a:lnTo>
                  <a:pt x="2116931" y="0"/>
                </a:lnTo>
                <a:cubicBezTo>
                  <a:pt x="2160883" y="0"/>
                  <a:pt x="2196515" y="35631"/>
                  <a:pt x="2196515" y="79583"/>
                </a:cubicBezTo>
                <a:lnTo>
                  <a:pt x="2196515" y="477503"/>
                </a:lnTo>
                <a:moveTo>
                  <a:pt x="191001" y="493420"/>
                </a:moveTo>
                <a:cubicBezTo>
                  <a:pt x="191001" y="537373"/>
                  <a:pt x="226632" y="573003"/>
                  <a:pt x="270585" y="573003"/>
                </a:cubicBezTo>
                <a:lnTo>
                  <a:pt x="2116931" y="573003"/>
                </a:lnTo>
                <a:cubicBezTo>
                  <a:pt x="2160883" y="573003"/>
                  <a:pt x="2196515" y="537373"/>
                  <a:pt x="2196515" y="493420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4" name="Group 33"/>
          <p:cNvGrpSpPr/>
          <p:nvPr/>
        </p:nvGrpSpPr>
        <p:grpSpPr>
          <a:xfrm>
            <a:off x="4476499" y="4274518"/>
            <a:ext cx="274319" cy="49530"/>
            <a:chOff x="4476499" y="4269756"/>
            <a:chExt cx="274319" cy="49530"/>
          </a:xfrm>
        </p:grpSpPr>
        <p:sp>
          <p:nvSpPr>
            <p:cNvPr id="32" name="Rounded Rectangle 31"/>
            <p:cNvSpPr/>
            <p:nvPr/>
          </p:nvSpPr>
          <p:spPr>
            <a:xfrm>
              <a:off x="4476499" y="4294521"/>
              <a:ext cx="261842" cy="9525"/>
            </a:xfrm>
            <a:custGeom>
              <a:avLst/>
              <a:gdLst/>
              <a:ahLst/>
              <a:cxnLst/>
              <a:rect l="0" t="0" r="0" b="0"/>
              <a:pathLst>
                <a:path w="261842" h="9525">
                  <a:moveTo>
                    <a:pt x="0" y="0"/>
                  </a:moveTo>
                  <a:lnTo>
                    <a:pt x="261842" y="0"/>
                  </a:lnTo>
                </a:path>
              </a:pathLst>
            </a:custGeom>
            <a:noFill/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707956" y="4269756"/>
              <a:ext cx="42862" cy="49530"/>
            </a:xfrm>
            <a:custGeom>
              <a:avLst/>
              <a:gdLst/>
              <a:ahLst/>
              <a:cxnLst/>
              <a:rect l="0" t="0" r="0" b="0"/>
              <a:pathLst>
                <a:path w="42862" h="49530">
                  <a:moveTo>
                    <a:pt x="42862" y="24765"/>
                  </a:moveTo>
                  <a:lnTo>
                    <a:pt x="0" y="49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403B"/>
            </a:solidFill>
            <a:ln w="597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4858502" y="4012781"/>
            <a:ext cx="2196512" cy="573023"/>
          </a:xfrm>
          <a:custGeom>
            <a:avLst/>
            <a:gdLst/>
            <a:ahLst/>
            <a:cxnLst/>
            <a:rect l="0" t="0" r="0" b="0"/>
            <a:pathLst>
              <a:path w="2196512" h="573023">
                <a:moveTo>
                  <a:pt x="1814512" y="286502"/>
                </a:moveTo>
                <a:cubicBezTo>
                  <a:pt x="1814512" y="391991"/>
                  <a:pt x="1900027" y="477507"/>
                  <a:pt x="2005517" y="477507"/>
                </a:cubicBezTo>
                <a:cubicBezTo>
                  <a:pt x="2110997" y="477507"/>
                  <a:pt x="2196512" y="391991"/>
                  <a:pt x="2196512" y="286502"/>
                </a:cubicBezTo>
                <a:cubicBezTo>
                  <a:pt x="2196512" y="181013"/>
                  <a:pt x="2110997" y="95497"/>
                  <a:pt x="2005517" y="95497"/>
                </a:cubicBezTo>
                <a:cubicBezTo>
                  <a:pt x="1900027" y="95497"/>
                  <a:pt x="1814512" y="181013"/>
                  <a:pt x="1814512" y="286502"/>
                </a:cubicBezTo>
                <a:moveTo>
                  <a:pt x="2005517" y="493433"/>
                </a:moveTo>
                <a:cubicBezTo>
                  <a:pt x="2005517" y="537390"/>
                  <a:pt x="1969884" y="573023"/>
                  <a:pt x="1925926" y="573023"/>
                </a:cubicBezTo>
                <a:lnTo>
                  <a:pt x="79581" y="573023"/>
                </a:lnTo>
                <a:cubicBezTo>
                  <a:pt x="35633" y="573023"/>
                  <a:pt x="0" y="537390"/>
                  <a:pt x="0" y="493433"/>
                </a:cubicBezTo>
                <a:lnTo>
                  <a:pt x="0" y="79581"/>
                </a:lnTo>
                <a:cubicBezTo>
                  <a:pt x="0" y="35633"/>
                  <a:pt x="35633" y="0"/>
                  <a:pt x="79581" y="0"/>
                </a:cubicBezTo>
                <a:lnTo>
                  <a:pt x="1925926" y="0"/>
                </a:lnTo>
                <a:cubicBezTo>
                  <a:pt x="1969884" y="0"/>
                  <a:pt x="2005517" y="35633"/>
                  <a:pt x="2005517" y="79581"/>
                </a:cubicBezTo>
                <a:lnTo>
                  <a:pt x="2005517" y="95497"/>
                </a:lnTo>
                <a:cubicBezTo>
                  <a:pt x="1900027" y="95497"/>
                  <a:pt x="1814512" y="181013"/>
                  <a:pt x="1814512" y="286502"/>
                </a:cubicBezTo>
                <a:cubicBezTo>
                  <a:pt x="1814512" y="391991"/>
                  <a:pt x="1900027" y="477507"/>
                  <a:pt x="2005517" y="477507"/>
                </a:cubicBezTo>
                <a:lnTo>
                  <a:pt x="2005517" y="49342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58501" y="4012781"/>
            <a:ext cx="2196515" cy="573003"/>
          </a:xfrm>
          <a:custGeom>
            <a:avLst/>
            <a:gdLst/>
            <a:ahLst/>
            <a:cxnLst/>
            <a:rect l="0" t="0" r="0" b="0"/>
            <a:pathLst>
              <a:path w="2196515" h="573003">
                <a:moveTo>
                  <a:pt x="2005513" y="477503"/>
                </a:moveTo>
                <a:lnTo>
                  <a:pt x="2005513" y="493420"/>
                </a:lnTo>
                <a:moveTo>
                  <a:pt x="0" y="493420"/>
                </a:moveTo>
                <a:lnTo>
                  <a:pt x="0" y="485461"/>
                </a:lnTo>
                <a:lnTo>
                  <a:pt x="0" y="477503"/>
                </a:lnTo>
                <a:moveTo>
                  <a:pt x="2005513" y="95500"/>
                </a:moveTo>
                <a:lnTo>
                  <a:pt x="2005513" y="79583"/>
                </a:lnTo>
                <a:cubicBezTo>
                  <a:pt x="2005513" y="35631"/>
                  <a:pt x="1969882" y="0"/>
                  <a:pt x="1925929" y="0"/>
                </a:cubicBezTo>
                <a:lnTo>
                  <a:pt x="79583" y="0"/>
                </a:lnTo>
                <a:cubicBezTo>
                  <a:pt x="35631" y="0"/>
                  <a:pt x="0" y="35631"/>
                  <a:pt x="0" y="79583"/>
                </a:cubicBezTo>
                <a:lnTo>
                  <a:pt x="0" y="477503"/>
                </a:lnTo>
                <a:moveTo>
                  <a:pt x="2005513" y="493420"/>
                </a:moveTo>
                <a:cubicBezTo>
                  <a:pt x="2005513" y="537373"/>
                  <a:pt x="1969882" y="573003"/>
                  <a:pt x="1925929" y="573003"/>
                </a:cubicBezTo>
                <a:lnTo>
                  <a:pt x="79583" y="573003"/>
                </a:lnTo>
                <a:cubicBezTo>
                  <a:pt x="35631" y="573003"/>
                  <a:pt x="0" y="537373"/>
                  <a:pt x="0" y="493420"/>
                </a:cubicBezTo>
                <a:moveTo>
                  <a:pt x="1814512" y="286501"/>
                </a:moveTo>
                <a:cubicBezTo>
                  <a:pt x="1814512" y="391989"/>
                  <a:pt x="1900026" y="477503"/>
                  <a:pt x="2005513" y="477503"/>
                </a:cubicBezTo>
                <a:cubicBezTo>
                  <a:pt x="2111000" y="477503"/>
                  <a:pt x="2196515" y="391989"/>
                  <a:pt x="2196515" y="286501"/>
                </a:cubicBezTo>
                <a:cubicBezTo>
                  <a:pt x="2196515" y="181014"/>
                  <a:pt x="2111000" y="95500"/>
                  <a:pt x="2005513" y="95500"/>
                </a:cubicBezTo>
                <a:cubicBezTo>
                  <a:pt x="1900026" y="95500"/>
                  <a:pt x="1814512" y="181014"/>
                  <a:pt x="1814512" y="286501"/>
                </a:cubicBezTo>
              </a:path>
            </a:pathLst>
          </a:custGeom>
          <a:noFill/>
          <a:ln w="597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768515" y="2198269"/>
            <a:ext cx="187811" cy="185032"/>
          </a:xfrm>
          <a:custGeom>
            <a:avLst/>
            <a:gdLst/>
            <a:ahLst/>
            <a:cxnLst/>
            <a:rect l="0" t="0" r="0" b="0"/>
            <a:pathLst>
              <a:path w="187811" h="185032">
                <a:moveTo>
                  <a:pt x="0" y="0"/>
                </a:moveTo>
                <a:moveTo>
                  <a:pt x="161953" y="77594"/>
                </a:moveTo>
                <a:lnTo>
                  <a:pt x="114998" y="132507"/>
                </a:lnTo>
                <a:cubicBezTo>
                  <a:pt x="114202" y="133303"/>
                  <a:pt x="114202" y="134894"/>
                  <a:pt x="114202" y="135690"/>
                </a:cubicBezTo>
                <a:cubicBezTo>
                  <a:pt x="114998" y="136486"/>
                  <a:pt x="115794" y="137281"/>
                  <a:pt x="116590" y="137281"/>
                </a:cubicBezTo>
                <a:lnTo>
                  <a:pt x="137282" y="137281"/>
                </a:lnTo>
                <a:lnTo>
                  <a:pt x="137282" y="185031"/>
                </a:lnTo>
                <a:lnTo>
                  <a:pt x="184236" y="130119"/>
                </a:lnTo>
                <a:cubicBezTo>
                  <a:pt x="185032" y="129323"/>
                  <a:pt x="185032" y="127732"/>
                  <a:pt x="185032" y="126936"/>
                </a:cubicBezTo>
                <a:cubicBezTo>
                  <a:pt x="184236" y="126140"/>
                  <a:pt x="183440" y="125343"/>
                  <a:pt x="182645" y="125343"/>
                </a:cubicBezTo>
                <a:lnTo>
                  <a:pt x="161953" y="125343"/>
                </a:lnTo>
                <a:close/>
                <a:moveTo>
                  <a:pt x="60759" y="170699"/>
                </a:moveTo>
                <a:lnTo>
                  <a:pt x="5968" y="185032"/>
                </a:lnTo>
                <a:lnTo>
                  <a:pt x="20262" y="130090"/>
                </a:lnTo>
                <a:moveTo>
                  <a:pt x="20262" y="130090"/>
                </a:moveTo>
                <a:lnTo>
                  <a:pt x="60759" y="170699"/>
                </a:lnTo>
                <a:moveTo>
                  <a:pt x="60759" y="170699"/>
                </a:moveTo>
                <a:lnTo>
                  <a:pt x="87539" y="143920"/>
                </a:lnTo>
                <a:moveTo>
                  <a:pt x="20262" y="130090"/>
                </a:moveTo>
                <a:lnTo>
                  <a:pt x="135403" y="14630"/>
                </a:lnTo>
                <a:cubicBezTo>
                  <a:pt x="146520" y="3483"/>
                  <a:pt x="164783" y="2686"/>
                  <a:pt x="176694" y="14630"/>
                </a:cubicBezTo>
                <a:cubicBezTo>
                  <a:pt x="187811" y="25778"/>
                  <a:pt x="187811" y="44092"/>
                  <a:pt x="176694" y="56036"/>
                </a:cubicBezTo>
                <a:lnTo>
                  <a:pt x="173570" y="59160"/>
                </a:lnTo>
                <a:lnTo>
                  <a:pt x="132226" y="17815"/>
                </a:lnTo>
                <a:moveTo>
                  <a:pt x="139372" y="66388"/>
                </a:moveTo>
                <a:lnTo>
                  <a:pt x="111580" y="38519"/>
                </a:lnTo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3052" y="2222141"/>
            <a:ext cx="1226791" cy="1432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From Prompt to Design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3963" y="2878710"/>
            <a:ext cx="183042" cy="167126"/>
          </a:xfrm>
          <a:custGeom>
            <a:avLst/>
            <a:gdLst/>
            <a:ahLst/>
            <a:cxnLst/>
            <a:rect l="0" t="0" r="0" b="0"/>
            <a:pathLst>
              <a:path w="183042" h="167126">
                <a:moveTo>
                  <a:pt x="91521" y="75604"/>
                </a:moveTo>
                <a:lnTo>
                  <a:pt x="83563" y="67646"/>
                </a:lnTo>
                <a:moveTo>
                  <a:pt x="111417" y="75604"/>
                </a:moveTo>
                <a:lnTo>
                  <a:pt x="111417" y="67646"/>
                </a:lnTo>
                <a:moveTo>
                  <a:pt x="91521" y="95500"/>
                </a:moveTo>
                <a:lnTo>
                  <a:pt x="83563" y="95500"/>
                </a:lnTo>
                <a:moveTo>
                  <a:pt x="111417" y="131313"/>
                </a:moveTo>
                <a:cubicBezTo>
                  <a:pt x="111417" y="151092"/>
                  <a:pt x="127451" y="167126"/>
                  <a:pt x="147230" y="167126"/>
                </a:cubicBezTo>
                <a:cubicBezTo>
                  <a:pt x="167009" y="167126"/>
                  <a:pt x="183042" y="151092"/>
                  <a:pt x="183042" y="131313"/>
                </a:cubicBezTo>
                <a:cubicBezTo>
                  <a:pt x="183042" y="111534"/>
                  <a:pt x="167009" y="95500"/>
                  <a:pt x="147230" y="95500"/>
                </a:cubicBezTo>
                <a:cubicBezTo>
                  <a:pt x="127451" y="95500"/>
                  <a:pt x="111417" y="111534"/>
                  <a:pt x="111417" y="131313"/>
                </a:cubicBezTo>
                <a:moveTo>
                  <a:pt x="121906" y="105989"/>
                </a:moveTo>
                <a:lnTo>
                  <a:pt x="107438" y="91521"/>
                </a:lnTo>
                <a:moveTo>
                  <a:pt x="67646" y="127334"/>
                </a:moveTo>
                <a:lnTo>
                  <a:pt x="7958" y="127334"/>
                </a:lnTo>
                <a:cubicBezTo>
                  <a:pt x="3563" y="127334"/>
                  <a:pt x="0" y="123771"/>
                  <a:pt x="0" y="119375"/>
                </a:cubicBezTo>
                <a:lnTo>
                  <a:pt x="0" y="31833"/>
                </a:lnTo>
                <a:cubicBezTo>
                  <a:pt x="0" y="27438"/>
                  <a:pt x="3563" y="23875"/>
                  <a:pt x="7958" y="23875"/>
                </a:cubicBezTo>
                <a:lnTo>
                  <a:pt x="135292" y="23875"/>
                </a:lnTo>
                <a:cubicBezTo>
                  <a:pt x="139687" y="23875"/>
                  <a:pt x="143250" y="27438"/>
                  <a:pt x="143250" y="31833"/>
                </a:cubicBezTo>
                <a:lnTo>
                  <a:pt x="143250" y="59687"/>
                </a:lnTo>
                <a:moveTo>
                  <a:pt x="31833" y="0"/>
                </a:moveTo>
                <a:lnTo>
                  <a:pt x="159167" y="0"/>
                </a:lnTo>
                <a:cubicBezTo>
                  <a:pt x="163563" y="0"/>
                  <a:pt x="167126" y="3563"/>
                  <a:pt x="167126" y="7958"/>
                </a:cubicBezTo>
                <a:lnTo>
                  <a:pt x="167126" y="59687"/>
                </a:lnTo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81036" y="2890646"/>
            <a:ext cx="942679" cy="1432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Discovery Friction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1036" y="2222141"/>
            <a:ext cx="926306" cy="1432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Manual Overhead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3052" y="2890646"/>
            <a:ext cx="1512836" cy="1432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Intelligent Product Discovery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3963" y="2202248"/>
            <a:ext cx="183042" cy="183042"/>
          </a:xfrm>
          <a:custGeom>
            <a:avLst/>
            <a:gdLst/>
            <a:ahLst/>
            <a:cxnLst/>
            <a:rect l="0" t="0" r="0" b="0"/>
            <a:pathLst>
              <a:path w="183042" h="183042">
                <a:moveTo>
                  <a:pt x="107438" y="159167"/>
                </a:moveTo>
                <a:lnTo>
                  <a:pt x="7958" y="159167"/>
                </a:lnTo>
                <a:cubicBezTo>
                  <a:pt x="3563" y="159167"/>
                  <a:pt x="0" y="155604"/>
                  <a:pt x="0" y="151209"/>
                </a:cubicBezTo>
                <a:lnTo>
                  <a:pt x="0" y="7958"/>
                </a:lnTo>
                <a:cubicBezTo>
                  <a:pt x="0" y="3563"/>
                  <a:pt x="3563" y="0"/>
                  <a:pt x="7958" y="0"/>
                </a:cubicBezTo>
                <a:lnTo>
                  <a:pt x="119375" y="0"/>
                </a:lnTo>
                <a:cubicBezTo>
                  <a:pt x="123771" y="0"/>
                  <a:pt x="127334" y="3563"/>
                  <a:pt x="127334" y="7958"/>
                </a:cubicBezTo>
                <a:lnTo>
                  <a:pt x="127334" y="55708"/>
                </a:lnTo>
                <a:moveTo>
                  <a:pt x="47750" y="23875"/>
                </a:moveTo>
                <a:lnTo>
                  <a:pt x="95500" y="23875"/>
                </a:lnTo>
                <a:moveTo>
                  <a:pt x="47750" y="47750"/>
                </a:moveTo>
                <a:lnTo>
                  <a:pt x="95500" y="47750"/>
                </a:lnTo>
                <a:moveTo>
                  <a:pt x="47750" y="71625"/>
                </a:moveTo>
                <a:lnTo>
                  <a:pt x="67646" y="71625"/>
                </a:lnTo>
                <a:moveTo>
                  <a:pt x="23875" y="21885"/>
                </a:moveTo>
                <a:cubicBezTo>
                  <a:pt x="22776" y="21885"/>
                  <a:pt x="21885" y="22776"/>
                  <a:pt x="21885" y="23875"/>
                </a:cubicBezTo>
                <a:cubicBezTo>
                  <a:pt x="21885" y="24973"/>
                  <a:pt x="22776" y="25864"/>
                  <a:pt x="23875" y="25864"/>
                </a:cubicBezTo>
                <a:cubicBezTo>
                  <a:pt x="24973" y="25864"/>
                  <a:pt x="25864" y="24973"/>
                  <a:pt x="25864" y="23875"/>
                </a:cubicBezTo>
                <a:cubicBezTo>
                  <a:pt x="25864" y="22776"/>
                  <a:pt x="24973" y="21885"/>
                  <a:pt x="23875" y="21885"/>
                </a:cubicBezTo>
                <a:moveTo>
                  <a:pt x="23875" y="45760"/>
                </a:moveTo>
                <a:cubicBezTo>
                  <a:pt x="22776" y="45760"/>
                  <a:pt x="21885" y="46651"/>
                  <a:pt x="21885" y="47750"/>
                </a:cubicBezTo>
                <a:cubicBezTo>
                  <a:pt x="21885" y="48849"/>
                  <a:pt x="22776" y="49739"/>
                  <a:pt x="23875" y="49739"/>
                </a:cubicBezTo>
                <a:cubicBezTo>
                  <a:pt x="24973" y="49739"/>
                  <a:pt x="25864" y="48849"/>
                  <a:pt x="25864" y="47750"/>
                </a:cubicBezTo>
                <a:cubicBezTo>
                  <a:pt x="25864" y="46651"/>
                  <a:pt x="24973" y="45760"/>
                  <a:pt x="23875" y="45760"/>
                </a:cubicBezTo>
                <a:moveTo>
                  <a:pt x="23875" y="69635"/>
                </a:moveTo>
                <a:cubicBezTo>
                  <a:pt x="22776" y="69635"/>
                  <a:pt x="21885" y="70526"/>
                  <a:pt x="21885" y="71625"/>
                </a:cubicBezTo>
                <a:cubicBezTo>
                  <a:pt x="21885" y="72724"/>
                  <a:pt x="22776" y="73615"/>
                  <a:pt x="23875" y="73615"/>
                </a:cubicBezTo>
                <a:cubicBezTo>
                  <a:pt x="24973" y="73615"/>
                  <a:pt x="25864" y="72724"/>
                  <a:pt x="25864" y="71625"/>
                </a:cubicBezTo>
                <a:cubicBezTo>
                  <a:pt x="25864" y="70526"/>
                  <a:pt x="24973" y="69635"/>
                  <a:pt x="23875" y="69635"/>
                </a:cubicBezTo>
                <a:moveTo>
                  <a:pt x="84756" y="107517"/>
                </a:moveTo>
                <a:cubicBezTo>
                  <a:pt x="85234" y="104573"/>
                  <a:pt x="90884" y="79026"/>
                  <a:pt x="113884" y="73296"/>
                </a:cubicBezTo>
                <a:cubicBezTo>
                  <a:pt x="129880" y="68999"/>
                  <a:pt x="134655" y="76957"/>
                  <a:pt x="134655" y="76957"/>
                </a:cubicBezTo>
                <a:moveTo>
                  <a:pt x="72341" y="115157"/>
                </a:moveTo>
                <a:lnTo>
                  <a:pt x="58175" y="137839"/>
                </a:lnTo>
                <a:lnTo>
                  <a:pt x="84756" y="135531"/>
                </a:lnTo>
                <a:moveTo>
                  <a:pt x="117147" y="115396"/>
                </a:moveTo>
                <a:lnTo>
                  <a:pt x="159406" y="89531"/>
                </a:lnTo>
                <a:cubicBezTo>
                  <a:pt x="163799" y="85724"/>
                  <a:pt x="164811" y="79307"/>
                  <a:pt x="161803" y="74333"/>
                </a:cubicBezTo>
                <a:cubicBezTo>
                  <a:pt x="158795" y="69359"/>
                  <a:pt x="152641" y="67275"/>
                  <a:pt x="147230" y="69397"/>
                </a:cubicBezTo>
                <a:lnTo>
                  <a:pt x="72341" y="115396"/>
                </a:lnTo>
                <a:lnTo>
                  <a:pt x="84756" y="135770"/>
                </a:lnTo>
                <a:lnTo>
                  <a:pt x="99479" y="126617"/>
                </a:lnTo>
                <a:moveTo>
                  <a:pt x="140067" y="122479"/>
                </a:moveTo>
                <a:lnTo>
                  <a:pt x="109746" y="113486"/>
                </a:lnTo>
                <a:cubicBezTo>
                  <a:pt x="106572" y="112302"/>
                  <a:pt x="103003" y="112985"/>
                  <a:pt x="100491" y="115256"/>
                </a:cubicBezTo>
                <a:cubicBezTo>
                  <a:pt x="97978" y="117527"/>
                  <a:pt x="96940" y="121009"/>
                  <a:pt x="97798" y="124286"/>
                </a:cubicBezTo>
                <a:cubicBezTo>
                  <a:pt x="98657" y="127563"/>
                  <a:pt x="101269" y="130088"/>
                  <a:pt x="104573" y="130835"/>
                </a:cubicBezTo>
                <a:lnTo>
                  <a:pt x="123673" y="137123"/>
                </a:lnTo>
                <a:cubicBezTo>
                  <a:pt x="125458" y="147820"/>
                  <a:pt x="133600" y="156341"/>
                  <a:pt x="144206" y="158610"/>
                </a:cubicBezTo>
                <a:lnTo>
                  <a:pt x="144922" y="158610"/>
                </a:lnTo>
                <a:lnTo>
                  <a:pt x="147230" y="183042"/>
                </a:lnTo>
                <a:moveTo>
                  <a:pt x="183042" y="183042"/>
                </a:moveTo>
                <a:cubicBezTo>
                  <a:pt x="183042" y="183042"/>
                  <a:pt x="174049" y="113088"/>
                  <a:pt x="151686" y="94545"/>
                </a:cubicBezTo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772494" y="1533744"/>
            <a:ext cx="183042" cy="183042"/>
          </a:xfrm>
          <a:custGeom>
            <a:avLst/>
            <a:gdLst/>
            <a:ahLst/>
            <a:cxnLst/>
            <a:rect l="0" t="0" r="0" b="0"/>
            <a:pathLst>
              <a:path w="183042" h="183042">
                <a:moveTo>
                  <a:pt x="119375" y="42274"/>
                </a:moveTo>
                <a:lnTo>
                  <a:pt x="107438" y="42274"/>
                </a:lnTo>
                <a:cubicBezTo>
                  <a:pt x="107438" y="51065"/>
                  <a:pt x="100312" y="58191"/>
                  <a:pt x="91521" y="58191"/>
                </a:cubicBezTo>
                <a:cubicBezTo>
                  <a:pt x="82730" y="58191"/>
                  <a:pt x="75604" y="51065"/>
                  <a:pt x="75604" y="42274"/>
                </a:cubicBezTo>
                <a:lnTo>
                  <a:pt x="63667" y="42274"/>
                </a:lnTo>
                <a:lnTo>
                  <a:pt x="39791" y="56202"/>
                </a:lnTo>
                <a:lnTo>
                  <a:pt x="47750" y="80077"/>
                </a:lnTo>
                <a:lnTo>
                  <a:pt x="63667" y="74108"/>
                </a:lnTo>
                <a:lnTo>
                  <a:pt x="63667" y="117879"/>
                </a:lnTo>
                <a:lnTo>
                  <a:pt x="119375" y="117879"/>
                </a:lnTo>
                <a:lnTo>
                  <a:pt x="119375" y="74108"/>
                </a:lnTo>
                <a:lnTo>
                  <a:pt x="135292" y="80077"/>
                </a:lnTo>
                <a:lnTo>
                  <a:pt x="143250" y="56202"/>
                </a:lnTo>
                <a:close/>
                <a:moveTo>
                  <a:pt x="39791" y="151209"/>
                </a:moveTo>
                <a:lnTo>
                  <a:pt x="143250" y="151209"/>
                </a:lnTo>
                <a:moveTo>
                  <a:pt x="91521" y="165136"/>
                </a:moveTo>
                <a:cubicBezTo>
                  <a:pt x="90422" y="165136"/>
                  <a:pt x="89531" y="166027"/>
                  <a:pt x="89531" y="167126"/>
                </a:cubicBezTo>
                <a:lnTo>
                  <a:pt x="89531" y="167126"/>
                </a:lnTo>
                <a:cubicBezTo>
                  <a:pt x="89531" y="168224"/>
                  <a:pt x="90422" y="169115"/>
                  <a:pt x="91521" y="169115"/>
                </a:cubicBezTo>
                <a:lnTo>
                  <a:pt x="91521" y="169115"/>
                </a:lnTo>
                <a:cubicBezTo>
                  <a:pt x="92620" y="169115"/>
                  <a:pt x="93511" y="168224"/>
                  <a:pt x="93511" y="167126"/>
                </a:cubicBezTo>
                <a:lnTo>
                  <a:pt x="93511" y="167126"/>
                </a:lnTo>
                <a:cubicBezTo>
                  <a:pt x="93511" y="166027"/>
                  <a:pt x="92620" y="165136"/>
                  <a:pt x="91521" y="165136"/>
                </a:cubicBezTo>
                <a:moveTo>
                  <a:pt x="91521" y="165136"/>
                </a:moveTo>
                <a:lnTo>
                  <a:pt x="91521" y="165136"/>
                </a:lnTo>
                <a:moveTo>
                  <a:pt x="143250" y="31921"/>
                </a:moveTo>
                <a:lnTo>
                  <a:pt x="143250" y="15916"/>
                </a:lnTo>
                <a:cubicBezTo>
                  <a:pt x="143250" y="7126"/>
                  <a:pt x="136124" y="0"/>
                  <a:pt x="127334" y="0"/>
                </a:cubicBezTo>
                <a:lnTo>
                  <a:pt x="55708" y="0"/>
                </a:lnTo>
                <a:cubicBezTo>
                  <a:pt x="46918" y="0"/>
                  <a:pt x="39791" y="7126"/>
                  <a:pt x="39791" y="15916"/>
                </a:cubicBezTo>
                <a:lnTo>
                  <a:pt x="39791" y="31921"/>
                </a:lnTo>
                <a:moveTo>
                  <a:pt x="143250" y="115396"/>
                </a:moveTo>
                <a:lnTo>
                  <a:pt x="143250" y="167126"/>
                </a:lnTo>
                <a:cubicBezTo>
                  <a:pt x="143250" y="175916"/>
                  <a:pt x="136124" y="183042"/>
                  <a:pt x="127334" y="183042"/>
                </a:cubicBezTo>
                <a:lnTo>
                  <a:pt x="55708" y="183042"/>
                </a:lnTo>
                <a:cubicBezTo>
                  <a:pt x="46918" y="183042"/>
                  <a:pt x="39791" y="175916"/>
                  <a:pt x="39791" y="167126"/>
                </a:cubicBezTo>
                <a:lnTo>
                  <a:pt x="39791" y="113900"/>
                </a:lnTo>
                <a:moveTo>
                  <a:pt x="167126" y="59687"/>
                </a:moveTo>
                <a:lnTo>
                  <a:pt x="183042" y="75604"/>
                </a:lnTo>
                <a:lnTo>
                  <a:pt x="167126" y="91521"/>
                </a:lnTo>
                <a:moveTo>
                  <a:pt x="15916" y="59687"/>
                </a:moveTo>
                <a:lnTo>
                  <a:pt x="0" y="75604"/>
                </a:lnTo>
                <a:lnTo>
                  <a:pt x="15916" y="91521"/>
                </a:lnTo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7" name="Group 46"/>
          <p:cNvGrpSpPr/>
          <p:nvPr/>
        </p:nvGrpSpPr>
        <p:grpSpPr>
          <a:xfrm>
            <a:off x="4973052" y="1481980"/>
            <a:ext cx="968578" cy="286569"/>
            <a:chOff x="4973052" y="1477218"/>
            <a:chExt cx="968578" cy="286569"/>
          </a:xfrm>
        </p:grpSpPr>
        <p:sp>
          <p:nvSpPr>
            <p:cNvPr id="45" name="TextBox 44"/>
            <p:cNvSpPr txBox="1"/>
            <p:nvPr/>
          </p:nvSpPr>
          <p:spPr>
            <a:xfrm>
              <a:off x="4973052" y="1477218"/>
              <a:ext cx="968578" cy="143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Realistic Garment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73052" y="1620474"/>
              <a:ext cx="968578" cy="143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Visualization</a:t>
              </a:r>
            </a:p>
          </p:txBody>
        </p:sp>
      </p:grpSp>
      <p:sp>
        <p:nvSpPr>
          <p:cNvPr id="48" name="Rounded Rectangle 47"/>
          <p:cNvSpPr/>
          <p:nvPr/>
        </p:nvSpPr>
        <p:spPr>
          <a:xfrm>
            <a:off x="2283963" y="3539726"/>
            <a:ext cx="183042" cy="182103"/>
          </a:xfrm>
          <a:custGeom>
            <a:avLst/>
            <a:gdLst/>
            <a:ahLst/>
            <a:cxnLst/>
            <a:rect l="0" t="0" r="0" b="0"/>
            <a:pathLst>
              <a:path w="183042" h="182103">
                <a:moveTo>
                  <a:pt x="84820" y="66778"/>
                </a:moveTo>
                <a:cubicBezTo>
                  <a:pt x="83817" y="65298"/>
                  <a:pt x="83817" y="63356"/>
                  <a:pt x="84820" y="61876"/>
                </a:cubicBezTo>
                <a:cubicBezTo>
                  <a:pt x="93675" y="47635"/>
                  <a:pt x="108897" y="38583"/>
                  <a:pt x="125639" y="37603"/>
                </a:cubicBezTo>
                <a:cubicBezTo>
                  <a:pt x="142380" y="38583"/>
                  <a:pt x="157602" y="47635"/>
                  <a:pt x="166457" y="61876"/>
                </a:cubicBezTo>
                <a:cubicBezTo>
                  <a:pt x="167452" y="63359"/>
                  <a:pt x="167452" y="65295"/>
                  <a:pt x="166457" y="66778"/>
                </a:cubicBezTo>
                <a:cubicBezTo>
                  <a:pt x="157602" y="81020"/>
                  <a:pt x="142380" y="90071"/>
                  <a:pt x="125639" y="91051"/>
                </a:cubicBezTo>
                <a:cubicBezTo>
                  <a:pt x="108897" y="90071"/>
                  <a:pt x="93675" y="81020"/>
                  <a:pt x="84820" y="66778"/>
                </a:cubicBezTo>
                <a:close/>
                <a:moveTo>
                  <a:pt x="106029" y="86213"/>
                </a:moveTo>
                <a:lnTo>
                  <a:pt x="145248" y="42442"/>
                </a:lnTo>
                <a:moveTo>
                  <a:pt x="101867" y="134600"/>
                </a:moveTo>
                <a:lnTo>
                  <a:pt x="171153" y="134600"/>
                </a:lnTo>
                <a:cubicBezTo>
                  <a:pt x="174305" y="134604"/>
                  <a:pt x="177329" y="133355"/>
                  <a:pt x="179559" y="131128"/>
                </a:cubicBezTo>
                <a:cubicBezTo>
                  <a:pt x="181789" y="128900"/>
                  <a:pt x="183042" y="125878"/>
                  <a:pt x="183042" y="122726"/>
                </a:cubicBezTo>
                <a:lnTo>
                  <a:pt x="183042" y="11873"/>
                </a:lnTo>
                <a:cubicBezTo>
                  <a:pt x="183042" y="5316"/>
                  <a:pt x="177726" y="0"/>
                  <a:pt x="171169" y="0"/>
                </a:cubicBezTo>
                <a:lnTo>
                  <a:pt x="80109" y="0"/>
                </a:lnTo>
                <a:moveTo>
                  <a:pt x="15837" y="27711"/>
                </a:moveTo>
                <a:cubicBezTo>
                  <a:pt x="15837" y="43015"/>
                  <a:pt x="28243" y="55422"/>
                  <a:pt x="43548" y="55422"/>
                </a:cubicBezTo>
                <a:cubicBezTo>
                  <a:pt x="58852" y="55422"/>
                  <a:pt x="71259" y="43015"/>
                  <a:pt x="71259" y="27711"/>
                </a:cubicBezTo>
                <a:cubicBezTo>
                  <a:pt x="71259" y="12406"/>
                  <a:pt x="58852" y="0"/>
                  <a:pt x="43548" y="0"/>
                </a:cubicBezTo>
                <a:cubicBezTo>
                  <a:pt x="28243" y="0"/>
                  <a:pt x="15837" y="12406"/>
                  <a:pt x="15837" y="27711"/>
                </a:cubicBezTo>
                <a:moveTo>
                  <a:pt x="70885" y="32271"/>
                </a:moveTo>
                <a:cubicBezTo>
                  <a:pt x="60371" y="32140"/>
                  <a:pt x="50417" y="27506"/>
                  <a:pt x="43548" y="19545"/>
                </a:cubicBezTo>
                <a:cubicBezTo>
                  <a:pt x="36680" y="27509"/>
                  <a:pt x="26726" y="32146"/>
                  <a:pt x="16211" y="32279"/>
                </a:cubicBezTo>
                <a:moveTo>
                  <a:pt x="26143" y="72843"/>
                </a:moveTo>
                <a:lnTo>
                  <a:pt x="43548" y="100601"/>
                </a:lnTo>
                <a:lnTo>
                  <a:pt x="61104" y="72954"/>
                </a:lnTo>
                <a:moveTo>
                  <a:pt x="43548" y="67296"/>
                </a:moveTo>
                <a:cubicBezTo>
                  <a:pt x="57465" y="67293"/>
                  <a:pt x="69566" y="76840"/>
                  <a:pt x="72803" y="90375"/>
                </a:cubicBezTo>
                <a:lnTo>
                  <a:pt x="87128" y="142486"/>
                </a:lnTo>
                <a:lnTo>
                  <a:pt x="63667" y="142486"/>
                </a:lnTo>
                <a:lnTo>
                  <a:pt x="55342" y="182103"/>
                </a:lnTo>
                <a:lnTo>
                  <a:pt x="31586" y="182103"/>
                </a:lnTo>
                <a:lnTo>
                  <a:pt x="23238" y="142518"/>
                </a:lnTo>
                <a:lnTo>
                  <a:pt x="0" y="142518"/>
                </a:lnTo>
                <a:lnTo>
                  <a:pt x="14325" y="90407"/>
                </a:lnTo>
                <a:cubicBezTo>
                  <a:pt x="17546" y="76870"/>
                  <a:pt x="29633" y="67311"/>
                  <a:pt x="43548" y="67296"/>
                </a:cubicBezTo>
                <a:close/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81036" y="3559151"/>
            <a:ext cx="788041" cy="1432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Try-On Barriers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81036" y="1553637"/>
            <a:ext cx="922286" cy="1432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Visualization Gap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73052" y="3559151"/>
            <a:ext cx="1111453" cy="1432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Platform Capabilities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72494" y="3543236"/>
            <a:ext cx="183042" cy="175084"/>
          </a:xfrm>
          <a:custGeom>
            <a:avLst/>
            <a:gdLst/>
            <a:ahLst/>
            <a:cxnLst/>
            <a:rect l="0" t="0" r="0" b="0"/>
            <a:pathLst>
              <a:path w="183042" h="175084">
                <a:moveTo>
                  <a:pt x="15916" y="0"/>
                </a:moveTo>
                <a:lnTo>
                  <a:pt x="167126" y="0"/>
                </a:lnTo>
                <a:cubicBezTo>
                  <a:pt x="167126" y="0"/>
                  <a:pt x="183042" y="0"/>
                  <a:pt x="183042" y="15916"/>
                </a:cubicBezTo>
                <a:lnTo>
                  <a:pt x="183042" y="159167"/>
                </a:lnTo>
                <a:cubicBezTo>
                  <a:pt x="183042" y="159167"/>
                  <a:pt x="183042" y="175084"/>
                  <a:pt x="167126" y="175084"/>
                </a:cubicBezTo>
                <a:lnTo>
                  <a:pt x="15916" y="175084"/>
                </a:lnTo>
                <a:cubicBezTo>
                  <a:pt x="15916" y="175084"/>
                  <a:pt x="0" y="175084"/>
                  <a:pt x="0" y="159167"/>
                </a:cubicBezTo>
                <a:lnTo>
                  <a:pt x="0" y="15916"/>
                </a:lnTo>
                <a:cubicBezTo>
                  <a:pt x="0" y="15916"/>
                  <a:pt x="0" y="0"/>
                  <a:pt x="15916" y="0"/>
                </a:cubicBezTo>
                <a:moveTo>
                  <a:pt x="0" y="39791"/>
                </a:moveTo>
                <a:lnTo>
                  <a:pt x="183042" y="39791"/>
                </a:lnTo>
                <a:moveTo>
                  <a:pt x="27854" y="17906"/>
                </a:moveTo>
                <a:cubicBezTo>
                  <a:pt x="26755" y="17906"/>
                  <a:pt x="25864" y="18797"/>
                  <a:pt x="25864" y="19895"/>
                </a:cubicBezTo>
                <a:cubicBezTo>
                  <a:pt x="25864" y="20994"/>
                  <a:pt x="26755" y="21885"/>
                  <a:pt x="27854" y="21885"/>
                </a:cubicBezTo>
                <a:cubicBezTo>
                  <a:pt x="28953" y="21885"/>
                  <a:pt x="29843" y="20994"/>
                  <a:pt x="29843" y="19895"/>
                </a:cubicBezTo>
                <a:cubicBezTo>
                  <a:pt x="29843" y="18797"/>
                  <a:pt x="28953" y="17906"/>
                  <a:pt x="27854" y="17906"/>
                </a:cubicBezTo>
                <a:moveTo>
                  <a:pt x="51729" y="17906"/>
                </a:moveTo>
                <a:cubicBezTo>
                  <a:pt x="50630" y="17906"/>
                  <a:pt x="49739" y="18797"/>
                  <a:pt x="49739" y="19895"/>
                </a:cubicBezTo>
                <a:cubicBezTo>
                  <a:pt x="49739" y="20994"/>
                  <a:pt x="50630" y="21885"/>
                  <a:pt x="51729" y="21885"/>
                </a:cubicBezTo>
                <a:cubicBezTo>
                  <a:pt x="52828" y="21885"/>
                  <a:pt x="53719" y="20994"/>
                  <a:pt x="53719" y="19895"/>
                </a:cubicBezTo>
                <a:cubicBezTo>
                  <a:pt x="53719" y="18797"/>
                  <a:pt x="52828" y="17906"/>
                  <a:pt x="51729" y="17906"/>
                </a:cubicBezTo>
                <a:moveTo>
                  <a:pt x="75604" y="17906"/>
                </a:moveTo>
                <a:cubicBezTo>
                  <a:pt x="74505" y="17906"/>
                  <a:pt x="73615" y="18797"/>
                  <a:pt x="73615" y="19895"/>
                </a:cubicBezTo>
                <a:cubicBezTo>
                  <a:pt x="73615" y="20994"/>
                  <a:pt x="74505" y="21885"/>
                  <a:pt x="75604" y="21885"/>
                </a:cubicBezTo>
                <a:cubicBezTo>
                  <a:pt x="76703" y="21885"/>
                  <a:pt x="77594" y="20994"/>
                  <a:pt x="77594" y="19895"/>
                </a:cubicBezTo>
                <a:cubicBezTo>
                  <a:pt x="77594" y="18797"/>
                  <a:pt x="76703" y="17906"/>
                  <a:pt x="75604" y="17906"/>
                </a:cubicBezTo>
                <a:moveTo>
                  <a:pt x="135292" y="95500"/>
                </a:moveTo>
                <a:lnTo>
                  <a:pt x="128838" y="69691"/>
                </a:lnTo>
                <a:cubicBezTo>
                  <a:pt x="127951" y="66150"/>
                  <a:pt x="124769" y="63667"/>
                  <a:pt x="121118" y="63667"/>
                </a:cubicBezTo>
                <a:lnTo>
                  <a:pt x="103459" y="63667"/>
                </a:lnTo>
                <a:cubicBezTo>
                  <a:pt x="103459" y="70260"/>
                  <a:pt x="98114" y="75604"/>
                  <a:pt x="91521" y="75604"/>
                </a:cubicBezTo>
                <a:cubicBezTo>
                  <a:pt x="84928" y="75604"/>
                  <a:pt x="79583" y="70260"/>
                  <a:pt x="79583" y="63667"/>
                </a:cubicBezTo>
                <a:lnTo>
                  <a:pt x="61924" y="63667"/>
                </a:lnTo>
                <a:cubicBezTo>
                  <a:pt x="58273" y="63667"/>
                  <a:pt x="55091" y="66150"/>
                  <a:pt x="54204" y="69691"/>
                </a:cubicBezTo>
                <a:lnTo>
                  <a:pt x="47750" y="95500"/>
                </a:lnTo>
                <a:lnTo>
                  <a:pt x="63667" y="95500"/>
                </a:lnTo>
                <a:lnTo>
                  <a:pt x="63667" y="127334"/>
                </a:lnTo>
                <a:lnTo>
                  <a:pt x="119375" y="127334"/>
                </a:lnTo>
                <a:lnTo>
                  <a:pt x="119375" y="95500"/>
                </a:lnTo>
                <a:close/>
                <a:moveTo>
                  <a:pt x="147230" y="159167"/>
                </a:moveTo>
                <a:lnTo>
                  <a:pt x="159167" y="147230"/>
                </a:lnTo>
                <a:lnTo>
                  <a:pt x="147230" y="135292"/>
                </a:lnTo>
                <a:moveTo>
                  <a:pt x="127334" y="147230"/>
                </a:moveTo>
                <a:lnTo>
                  <a:pt x="159167" y="147230"/>
                </a:lnTo>
                <a:moveTo>
                  <a:pt x="35812" y="135292"/>
                </a:moveTo>
                <a:lnTo>
                  <a:pt x="23875" y="147230"/>
                </a:lnTo>
                <a:lnTo>
                  <a:pt x="35812" y="159167"/>
                </a:lnTo>
                <a:moveTo>
                  <a:pt x="23875" y="147230"/>
                </a:moveTo>
                <a:lnTo>
                  <a:pt x="55708" y="147230"/>
                </a:lnTo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283279" y="1533744"/>
            <a:ext cx="183743" cy="183042"/>
          </a:xfrm>
          <a:custGeom>
            <a:avLst/>
            <a:gdLst/>
            <a:ahLst/>
            <a:cxnLst/>
            <a:rect l="0" t="0" r="0" b="0"/>
            <a:pathLst>
              <a:path w="183743" h="183042">
                <a:moveTo>
                  <a:pt x="96184" y="19895"/>
                </a:moveTo>
                <a:lnTo>
                  <a:pt x="56392" y="0"/>
                </a:lnTo>
                <a:lnTo>
                  <a:pt x="16600" y="19895"/>
                </a:lnTo>
                <a:lnTo>
                  <a:pt x="56392" y="39791"/>
                </a:lnTo>
                <a:lnTo>
                  <a:pt x="96184" y="19895"/>
                </a:lnTo>
                <a:close/>
                <a:moveTo>
                  <a:pt x="16600" y="56210"/>
                </a:moveTo>
                <a:lnTo>
                  <a:pt x="16600" y="19895"/>
                </a:lnTo>
                <a:moveTo>
                  <a:pt x="96184" y="19895"/>
                </a:moveTo>
                <a:lnTo>
                  <a:pt x="96184" y="64661"/>
                </a:lnTo>
                <a:lnTo>
                  <a:pt x="56392" y="84557"/>
                </a:lnTo>
                <a:moveTo>
                  <a:pt x="56392" y="39791"/>
                </a:moveTo>
                <a:lnTo>
                  <a:pt x="56392" y="84557"/>
                </a:lnTo>
                <a:moveTo>
                  <a:pt x="148638" y="48920"/>
                </a:moveTo>
                <a:cubicBezTo>
                  <a:pt x="158894" y="41840"/>
                  <a:pt x="171320" y="38607"/>
                  <a:pt x="183727" y="39791"/>
                </a:cubicBezTo>
                <a:moveTo>
                  <a:pt x="159851" y="183042"/>
                </a:moveTo>
                <a:lnTo>
                  <a:pt x="159851" y="167126"/>
                </a:lnTo>
                <a:lnTo>
                  <a:pt x="152633" y="167126"/>
                </a:lnTo>
                <a:cubicBezTo>
                  <a:pt x="143434" y="167126"/>
                  <a:pt x="135976" y="159668"/>
                  <a:pt x="135976" y="150469"/>
                </a:cubicBezTo>
                <a:lnTo>
                  <a:pt x="135976" y="135292"/>
                </a:lnTo>
                <a:lnTo>
                  <a:pt x="114489" y="135292"/>
                </a:lnTo>
                <a:cubicBezTo>
                  <a:pt x="116470" y="129363"/>
                  <a:pt x="118309" y="123307"/>
                  <a:pt x="120203" y="117330"/>
                </a:cubicBezTo>
                <a:moveTo>
                  <a:pt x="183727" y="91991"/>
                </a:moveTo>
                <a:cubicBezTo>
                  <a:pt x="183734" y="96206"/>
                  <a:pt x="180454" y="99696"/>
                  <a:pt x="176246" y="99949"/>
                </a:cubicBezTo>
                <a:lnTo>
                  <a:pt x="117847" y="103474"/>
                </a:lnTo>
                <a:cubicBezTo>
                  <a:pt x="115212" y="95734"/>
                  <a:pt x="115212" y="87340"/>
                  <a:pt x="117847" y="79599"/>
                </a:cubicBezTo>
                <a:cubicBezTo>
                  <a:pt x="119124" y="73632"/>
                  <a:pt x="121790" y="68051"/>
                  <a:pt x="125630" y="63308"/>
                </a:cubicBezTo>
                <a:cubicBezTo>
                  <a:pt x="127736" y="60939"/>
                  <a:pt x="131062" y="60069"/>
                  <a:pt x="134058" y="61104"/>
                </a:cubicBezTo>
                <a:lnTo>
                  <a:pt x="178562" y="77657"/>
                </a:lnTo>
                <a:cubicBezTo>
                  <a:pt x="181676" y="78817"/>
                  <a:pt x="183742" y="81791"/>
                  <a:pt x="183743" y="85114"/>
                </a:cubicBezTo>
                <a:close/>
                <a:moveTo>
                  <a:pt x="72309" y="135292"/>
                </a:moveTo>
                <a:cubicBezTo>
                  <a:pt x="72309" y="122106"/>
                  <a:pt x="61620" y="111417"/>
                  <a:pt x="48434" y="111417"/>
                </a:cubicBezTo>
                <a:lnTo>
                  <a:pt x="40476" y="111417"/>
                </a:lnTo>
                <a:lnTo>
                  <a:pt x="40476" y="79583"/>
                </a:lnTo>
                <a:cubicBezTo>
                  <a:pt x="40476" y="75188"/>
                  <a:pt x="36913" y="71625"/>
                  <a:pt x="32517" y="71625"/>
                </a:cubicBezTo>
                <a:cubicBezTo>
                  <a:pt x="28122" y="71625"/>
                  <a:pt x="24559" y="75188"/>
                  <a:pt x="24559" y="79583"/>
                </a:cubicBezTo>
                <a:lnTo>
                  <a:pt x="24559" y="124039"/>
                </a:lnTo>
                <a:lnTo>
                  <a:pt x="14269" y="113749"/>
                </a:lnTo>
                <a:cubicBezTo>
                  <a:pt x="11146" y="110733"/>
                  <a:pt x="6182" y="110776"/>
                  <a:pt x="3112" y="113846"/>
                </a:cubicBezTo>
                <a:cubicBezTo>
                  <a:pt x="43" y="116916"/>
                  <a:pt x="0" y="121879"/>
                  <a:pt x="3016" y="125002"/>
                </a:cubicBezTo>
                <a:lnTo>
                  <a:pt x="13306" y="135292"/>
                </a:lnTo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3327" y="4207444"/>
            <a:ext cx="185406" cy="183285"/>
          </a:xfrm>
          <a:custGeom>
            <a:avLst/>
            <a:gdLst/>
            <a:ahLst/>
            <a:cxnLst/>
            <a:rect l="0" t="0" r="0" b="0"/>
            <a:pathLst>
              <a:path w="185406" h="183285">
                <a:moveTo>
                  <a:pt x="97386" y="44088"/>
                </a:moveTo>
                <a:lnTo>
                  <a:pt x="16401" y="125081"/>
                </a:lnTo>
                <a:cubicBezTo>
                  <a:pt x="15177" y="126308"/>
                  <a:pt x="13515" y="126998"/>
                  <a:pt x="11781" y="126998"/>
                </a:cubicBezTo>
                <a:cubicBezTo>
                  <a:pt x="10048" y="126998"/>
                  <a:pt x="8386" y="126308"/>
                  <a:pt x="7161" y="125081"/>
                </a:cubicBezTo>
                <a:lnTo>
                  <a:pt x="2545" y="120489"/>
                </a:lnTo>
                <a:cubicBezTo>
                  <a:pt x="0" y="117938"/>
                  <a:pt x="0" y="113808"/>
                  <a:pt x="2545" y="111257"/>
                </a:cubicBezTo>
                <a:lnTo>
                  <a:pt x="83538" y="30249"/>
                </a:lnTo>
                <a:moveTo>
                  <a:pt x="118157" y="23317"/>
                </a:moveTo>
                <a:lnTo>
                  <a:pt x="145009" y="33663"/>
                </a:lnTo>
                <a:cubicBezTo>
                  <a:pt x="146863" y="34374"/>
                  <a:pt x="147909" y="36344"/>
                  <a:pt x="147460" y="38279"/>
                </a:cubicBezTo>
                <a:cubicBezTo>
                  <a:pt x="145289" y="47383"/>
                  <a:pt x="140764" y="55756"/>
                  <a:pt x="134336" y="62560"/>
                </a:cubicBezTo>
                <a:cubicBezTo>
                  <a:pt x="128318" y="68587"/>
                  <a:pt x="120529" y="72530"/>
                  <a:pt x="112109" y="73813"/>
                </a:cubicBezTo>
                <a:cubicBezTo>
                  <a:pt x="110278" y="74060"/>
                  <a:pt x="108518" y="73015"/>
                  <a:pt x="107859" y="71290"/>
                </a:cubicBezTo>
                <a:lnTo>
                  <a:pt x="97386" y="44088"/>
                </a:lnTo>
                <a:lnTo>
                  <a:pt x="76606" y="23317"/>
                </a:lnTo>
                <a:cubicBezTo>
                  <a:pt x="74060" y="20766"/>
                  <a:pt x="74060" y="16636"/>
                  <a:pt x="76606" y="14085"/>
                </a:cubicBezTo>
                <a:lnTo>
                  <a:pt x="88178" y="2545"/>
                </a:lnTo>
                <a:cubicBezTo>
                  <a:pt x="90728" y="0"/>
                  <a:pt x="94859" y="0"/>
                  <a:pt x="97409" y="2545"/>
                </a:cubicBezTo>
                <a:close/>
                <a:moveTo>
                  <a:pt x="104309" y="9469"/>
                </a:moveTo>
                <a:lnTo>
                  <a:pt x="111257" y="2545"/>
                </a:lnTo>
                <a:cubicBezTo>
                  <a:pt x="113808" y="0"/>
                  <a:pt x="117938" y="0"/>
                  <a:pt x="120489" y="2545"/>
                </a:cubicBezTo>
                <a:lnTo>
                  <a:pt x="125113" y="7161"/>
                </a:lnTo>
                <a:cubicBezTo>
                  <a:pt x="127659" y="9712"/>
                  <a:pt x="127659" y="13842"/>
                  <a:pt x="125113" y="16393"/>
                </a:cubicBezTo>
                <a:lnTo>
                  <a:pt x="118181" y="23317"/>
                </a:lnTo>
                <a:moveTo>
                  <a:pt x="156230" y="122080"/>
                </a:moveTo>
                <a:lnTo>
                  <a:pt x="152076" y="151144"/>
                </a:lnTo>
                <a:lnTo>
                  <a:pt x="122630" y="151144"/>
                </a:lnTo>
                <a:cubicBezTo>
                  <a:pt x="122075" y="151144"/>
                  <a:pt x="121545" y="151370"/>
                  <a:pt x="121160" y="151769"/>
                </a:cubicBezTo>
                <a:cubicBezTo>
                  <a:pt x="120776" y="152169"/>
                  <a:pt x="120571" y="152707"/>
                  <a:pt x="120592" y="153261"/>
                </a:cubicBezTo>
                <a:cubicBezTo>
                  <a:pt x="121626" y="169566"/>
                  <a:pt x="134921" y="182392"/>
                  <a:pt x="151252" y="182839"/>
                </a:cubicBezTo>
                <a:cubicBezTo>
                  <a:pt x="167583" y="183285"/>
                  <a:pt x="181560" y="171205"/>
                  <a:pt x="183483" y="154981"/>
                </a:cubicBezTo>
                <a:cubicBezTo>
                  <a:pt x="185406" y="138758"/>
                  <a:pt x="174640" y="123745"/>
                  <a:pt x="158657" y="120361"/>
                </a:cubicBezTo>
                <a:cubicBezTo>
                  <a:pt x="158105" y="120251"/>
                  <a:pt x="157532" y="120372"/>
                  <a:pt x="157073" y="120698"/>
                </a:cubicBezTo>
                <a:cubicBezTo>
                  <a:pt x="156614" y="121023"/>
                  <a:pt x="156309" y="121523"/>
                  <a:pt x="156230" y="122080"/>
                </a:cubicBezTo>
                <a:close/>
                <a:moveTo>
                  <a:pt x="67764" y="182222"/>
                </a:moveTo>
                <a:lnTo>
                  <a:pt x="98380" y="177972"/>
                </a:lnTo>
                <a:cubicBezTo>
                  <a:pt x="97564" y="165592"/>
                  <a:pt x="89412" y="154904"/>
                  <a:pt x="77689" y="150842"/>
                </a:cubicBezTo>
                <a:lnTo>
                  <a:pt x="65648" y="179492"/>
                </a:lnTo>
                <a:cubicBezTo>
                  <a:pt x="65375" y="180152"/>
                  <a:pt x="65477" y="180907"/>
                  <a:pt x="65914" y="181471"/>
                </a:cubicBezTo>
                <a:cubicBezTo>
                  <a:pt x="66352" y="182035"/>
                  <a:pt x="67058" y="182322"/>
                  <a:pt x="67764" y="182222"/>
                </a:cubicBezTo>
                <a:close/>
                <a:moveTo>
                  <a:pt x="136143" y="129346"/>
                </a:moveTo>
                <a:lnTo>
                  <a:pt x="129577" y="99105"/>
                </a:lnTo>
                <a:cubicBezTo>
                  <a:pt x="117298" y="100865"/>
                  <a:pt x="107267" y="109806"/>
                  <a:pt x="104110" y="121802"/>
                </a:cubicBezTo>
                <a:lnTo>
                  <a:pt x="133541" y="131631"/>
                </a:lnTo>
                <a:cubicBezTo>
                  <a:pt x="134217" y="131866"/>
                  <a:pt x="134969" y="131720"/>
                  <a:pt x="135507" y="131247"/>
                </a:cubicBezTo>
                <a:cubicBezTo>
                  <a:pt x="136046" y="130774"/>
                  <a:pt x="136289" y="130048"/>
                  <a:pt x="136143" y="129346"/>
                </a:cubicBezTo>
                <a:close/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81036" y="4227655"/>
            <a:ext cx="1032119" cy="1432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Tool Fragmentation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8144" y="376237"/>
            <a:ext cx="758770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Evolution of Fashion Design Workflows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973052" y="4155999"/>
            <a:ext cx="1156096" cy="286568"/>
            <a:chOff x="4973052" y="4151237"/>
            <a:chExt cx="1156096" cy="286568"/>
          </a:xfrm>
        </p:grpSpPr>
        <p:sp>
          <p:nvSpPr>
            <p:cNvPr id="57" name="TextBox 56"/>
            <p:cNvSpPr txBox="1"/>
            <p:nvPr/>
          </p:nvSpPr>
          <p:spPr>
            <a:xfrm>
              <a:off x="4973052" y="4151237"/>
              <a:ext cx="1156096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Integrated AI Fashion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973052" y="4294493"/>
              <a:ext cx="1156096" cy="143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Platform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6772494" y="4207754"/>
            <a:ext cx="183042" cy="183042"/>
          </a:xfrm>
          <a:custGeom>
            <a:avLst/>
            <a:gdLst/>
            <a:ahLst/>
            <a:cxnLst/>
            <a:rect l="0" t="0" r="0" b="0"/>
            <a:pathLst>
              <a:path w="183042" h="183042">
                <a:moveTo>
                  <a:pt x="71617" y="79583"/>
                </a:moveTo>
                <a:cubicBezTo>
                  <a:pt x="71617" y="97165"/>
                  <a:pt x="85869" y="111417"/>
                  <a:pt x="103451" y="111417"/>
                </a:cubicBezTo>
                <a:cubicBezTo>
                  <a:pt x="121032" y="111417"/>
                  <a:pt x="135284" y="97165"/>
                  <a:pt x="135284" y="79583"/>
                </a:cubicBezTo>
                <a:cubicBezTo>
                  <a:pt x="135284" y="62002"/>
                  <a:pt x="121032" y="47750"/>
                  <a:pt x="103451" y="47750"/>
                </a:cubicBezTo>
                <a:cubicBezTo>
                  <a:pt x="85869" y="47750"/>
                  <a:pt x="71617" y="62002"/>
                  <a:pt x="71617" y="79583"/>
                </a:cubicBezTo>
                <a:close/>
                <a:moveTo>
                  <a:pt x="0" y="39791"/>
                </a:moveTo>
                <a:cubicBezTo>
                  <a:pt x="0" y="46384"/>
                  <a:pt x="5344" y="51729"/>
                  <a:pt x="11937" y="51729"/>
                </a:cubicBezTo>
                <a:cubicBezTo>
                  <a:pt x="18530" y="51729"/>
                  <a:pt x="23875" y="46384"/>
                  <a:pt x="23875" y="39791"/>
                </a:cubicBezTo>
                <a:cubicBezTo>
                  <a:pt x="23875" y="33199"/>
                  <a:pt x="18530" y="27854"/>
                  <a:pt x="11937" y="27854"/>
                </a:cubicBezTo>
                <a:cubicBezTo>
                  <a:pt x="5344" y="27854"/>
                  <a:pt x="0" y="33199"/>
                  <a:pt x="0" y="39791"/>
                </a:cubicBezTo>
                <a:close/>
                <a:moveTo>
                  <a:pt x="159167" y="11937"/>
                </a:moveTo>
                <a:cubicBezTo>
                  <a:pt x="159167" y="18530"/>
                  <a:pt x="164512" y="23875"/>
                  <a:pt x="171105" y="23875"/>
                </a:cubicBezTo>
                <a:cubicBezTo>
                  <a:pt x="177698" y="23875"/>
                  <a:pt x="183042" y="18530"/>
                  <a:pt x="183042" y="11937"/>
                </a:cubicBezTo>
                <a:cubicBezTo>
                  <a:pt x="183042" y="5344"/>
                  <a:pt x="177698" y="0"/>
                  <a:pt x="171105" y="0"/>
                </a:cubicBezTo>
                <a:cubicBezTo>
                  <a:pt x="164512" y="0"/>
                  <a:pt x="159167" y="5344"/>
                  <a:pt x="159167" y="11937"/>
                </a:cubicBezTo>
                <a:close/>
                <a:moveTo>
                  <a:pt x="0" y="171105"/>
                </a:moveTo>
                <a:cubicBezTo>
                  <a:pt x="0" y="177698"/>
                  <a:pt x="5344" y="183042"/>
                  <a:pt x="11937" y="183042"/>
                </a:cubicBezTo>
                <a:cubicBezTo>
                  <a:pt x="18530" y="183042"/>
                  <a:pt x="23875" y="177698"/>
                  <a:pt x="23875" y="171105"/>
                </a:cubicBezTo>
                <a:cubicBezTo>
                  <a:pt x="23875" y="164512"/>
                  <a:pt x="18530" y="159167"/>
                  <a:pt x="11937" y="159167"/>
                </a:cubicBezTo>
                <a:cubicBezTo>
                  <a:pt x="5344" y="159167"/>
                  <a:pt x="0" y="164512"/>
                  <a:pt x="0" y="171105"/>
                </a:cubicBezTo>
                <a:close/>
                <a:moveTo>
                  <a:pt x="91513" y="171105"/>
                </a:moveTo>
                <a:cubicBezTo>
                  <a:pt x="91513" y="177698"/>
                  <a:pt x="96858" y="183042"/>
                  <a:pt x="103451" y="183042"/>
                </a:cubicBezTo>
                <a:cubicBezTo>
                  <a:pt x="110044" y="183042"/>
                  <a:pt x="115388" y="177698"/>
                  <a:pt x="115388" y="171105"/>
                </a:cubicBezTo>
                <a:cubicBezTo>
                  <a:pt x="115388" y="164512"/>
                  <a:pt x="110044" y="159167"/>
                  <a:pt x="103451" y="159167"/>
                </a:cubicBezTo>
                <a:cubicBezTo>
                  <a:pt x="96858" y="159167"/>
                  <a:pt x="91513" y="164512"/>
                  <a:pt x="91513" y="171105"/>
                </a:cubicBezTo>
                <a:close/>
                <a:moveTo>
                  <a:pt x="20373" y="162661"/>
                </a:moveTo>
                <a:lnTo>
                  <a:pt x="81016" y="102169"/>
                </a:lnTo>
                <a:moveTo>
                  <a:pt x="126005" y="57117"/>
                </a:moveTo>
                <a:lnTo>
                  <a:pt x="162653" y="20381"/>
                </a:lnTo>
                <a:moveTo>
                  <a:pt x="22681" y="44964"/>
                </a:moveTo>
                <a:lnTo>
                  <a:pt x="74188" y="67049"/>
                </a:lnTo>
                <a:moveTo>
                  <a:pt x="159661" y="107669"/>
                </a:moveTo>
                <a:lnTo>
                  <a:pt x="130867" y="95771"/>
                </a:lnTo>
                <a:moveTo>
                  <a:pt x="103451" y="159167"/>
                </a:moveTo>
                <a:lnTo>
                  <a:pt x="103451" y="111417"/>
                </a:lnTo>
                <a:moveTo>
                  <a:pt x="159167" y="111417"/>
                </a:moveTo>
                <a:cubicBezTo>
                  <a:pt x="159167" y="118010"/>
                  <a:pt x="164512" y="123355"/>
                  <a:pt x="171105" y="123355"/>
                </a:cubicBezTo>
                <a:cubicBezTo>
                  <a:pt x="177698" y="123355"/>
                  <a:pt x="183042" y="118010"/>
                  <a:pt x="183042" y="111417"/>
                </a:cubicBezTo>
                <a:cubicBezTo>
                  <a:pt x="183042" y="104824"/>
                  <a:pt x="177698" y="99479"/>
                  <a:pt x="171105" y="99479"/>
                </a:cubicBezTo>
                <a:cubicBezTo>
                  <a:pt x="164512" y="99479"/>
                  <a:pt x="159167" y="104824"/>
                  <a:pt x="159167" y="111417"/>
                </a:cubicBezTo>
                <a:close/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772486" y="2867297"/>
            <a:ext cx="183050" cy="186498"/>
          </a:xfrm>
          <a:custGeom>
            <a:avLst/>
            <a:gdLst/>
            <a:ahLst/>
            <a:cxnLst/>
            <a:rect l="0" t="0" r="0" b="0"/>
            <a:pathLst>
              <a:path w="183050" h="186498">
                <a:moveTo>
                  <a:pt x="71633" y="186498"/>
                </a:moveTo>
                <a:cubicBezTo>
                  <a:pt x="111190" y="186498"/>
                  <a:pt x="143258" y="154430"/>
                  <a:pt x="143258" y="114872"/>
                </a:cubicBezTo>
                <a:moveTo>
                  <a:pt x="7" y="90997"/>
                </a:moveTo>
                <a:lnTo>
                  <a:pt x="7" y="114872"/>
                </a:lnTo>
                <a:cubicBezTo>
                  <a:pt x="0" y="143674"/>
                  <a:pt x="17244" y="169678"/>
                  <a:pt x="43778" y="180879"/>
                </a:cubicBezTo>
                <a:moveTo>
                  <a:pt x="95341" y="7434"/>
                </a:moveTo>
                <a:cubicBezTo>
                  <a:pt x="74082" y="0"/>
                  <a:pt x="50565" y="2990"/>
                  <a:pt x="31843" y="15507"/>
                </a:cubicBezTo>
                <a:cubicBezTo>
                  <a:pt x="13121" y="28025"/>
                  <a:pt x="1372" y="48615"/>
                  <a:pt x="119" y="71101"/>
                </a:cubicBezTo>
                <a:moveTo>
                  <a:pt x="119383" y="110750"/>
                </a:moveTo>
                <a:lnTo>
                  <a:pt x="119383" y="114872"/>
                </a:lnTo>
                <a:cubicBezTo>
                  <a:pt x="119385" y="118899"/>
                  <a:pt x="118880" y="122909"/>
                  <a:pt x="117879" y="126810"/>
                </a:cubicBezTo>
                <a:moveTo>
                  <a:pt x="51737" y="31659"/>
                </a:moveTo>
                <a:cubicBezTo>
                  <a:pt x="61716" y="27121"/>
                  <a:pt x="72940" y="26108"/>
                  <a:pt x="83570" y="28786"/>
                </a:cubicBezTo>
                <a:moveTo>
                  <a:pt x="107223" y="146706"/>
                </a:moveTo>
                <a:cubicBezTo>
                  <a:pt x="94024" y="161461"/>
                  <a:pt x="73088" y="166542"/>
                  <a:pt x="54594" y="159478"/>
                </a:cubicBezTo>
                <a:cubicBezTo>
                  <a:pt x="36100" y="152414"/>
                  <a:pt x="23883" y="134670"/>
                  <a:pt x="23882" y="114872"/>
                </a:cubicBezTo>
                <a:lnTo>
                  <a:pt x="23882" y="75080"/>
                </a:lnTo>
                <a:cubicBezTo>
                  <a:pt x="23865" y="63331"/>
                  <a:pt x="28197" y="51992"/>
                  <a:pt x="36043" y="43247"/>
                </a:cubicBezTo>
                <a:moveTo>
                  <a:pt x="47758" y="98955"/>
                </a:moveTo>
                <a:lnTo>
                  <a:pt x="47758" y="75080"/>
                </a:lnTo>
                <a:cubicBezTo>
                  <a:pt x="47758" y="61894"/>
                  <a:pt x="58447" y="51205"/>
                  <a:pt x="71633" y="51205"/>
                </a:cubicBezTo>
                <a:moveTo>
                  <a:pt x="47758" y="114872"/>
                </a:moveTo>
                <a:cubicBezTo>
                  <a:pt x="47758" y="128058"/>
                  <a:pt x="58447" y="138747"/>
                  <a:pt x="71633" y="138747"/>
                </a:cubicBezTo>
                <a:cubicBezTo>
                  <a:pt x="84819" y="138747"/>
                  <a:pt x="95508" y="128058"/>
                  <a:pt x="95508" y="114872"/>
                </a:cubicBezTo>
                <a:lnTo>
                  <a:pt x="95508" y="91586"/>
                </a:lnTo>
                <a:moveTo>
                  <a:pt x="71633" y="75080"/>
                </a:moveTo>
                <a:lnTo>
                  <a:pt x="71633" y="98955"/>
                </a:lnTo>
                <a:moveTo>
                  <a:pt x="71633" y="122831"/>
                </a:moveTo>
                <a:lnTo>
                  <a:pt x="71633" y="114872"/>
                </a:lnTo>
                <a:moveTo>
                  <a:pt x="95508" y="51205"/>
                </a:moveTo>
                <a:cubicBezTo>
                  <a:pt x="95508" y="73182"/>
                  <a:pt x="113323" y="90997"/>
                  <a:pt x="135300" y="90997"/>
                </a:cubicBezTo>
                <a:cubicBezTo>
                  <a:pt x="157276" y="90997"/>
                  <a:pt x="175092" y="73182"/>
                  <a:pt x="175092" y="51205"/>
                </a:cubicBezTo>
                <a:cubicBezTo>
                  <a:pt x="175092" y="29229"/>
                  <a:pt x="157276" y="11413"/>
                  <a:pt x="135300" y="11413"/>
                </a:cubicBezTo>
                <a:cubicBezTo>
                  <a:pt x="113323" y="11413"/>
                  <a:pt x="95508" y="29229"/>
                  <a:pt x="95508" y="51205"/>
                </a:cubicBezTo>
                <a:close/>
                <a:moveTo>
                  <a:pt x="135300" y="3455"/>
                </a:moveTo>
                <a:lnTo>
                  <a:pt x="135300" y="27330"/>
                </a:lnTo>
                <a:moveTo>
                  <a:pt x="135300" y="75080"/>
                </a:moveTo>
                <a:lnTo>
                  <a:pt x="135300" y="98955"/>
                </a:lnTo>
                <a:moveTo>
                  <a:pt x="87550" y="51205"/>
                </a:moveTo>
                <a:lnTo>
                  <a:pt x="111425" y="51205"/>
                </a:lnTo>
                <a:moveTo>
                  <a:pt x="159175" y="51205"/>
                </a:moveTo>
                <a:lnTo>
                  <a:pt x="183050" y="51205"/>
                </a:lnTo>
                <a:moveTo>
                  <a:pt x="135300" y="49215"/>
                </a:moveTo>
                <a:cubicBezTo>
                  <a:pt x="136399" y="49215"/>
                  <a:pt x="137289" y="50106"/>
                  <a:pt x="137289" y="51205"/>
                </a:cubicBezTo>
                <a:cubicBezTo>
                  <a:pt x="137289" y="52304"/>
                  <a:pt x="136399" y="53195"/>
                  <a:pt x="135300" y="53195"/>
                </a:cubicBezTo>
                <a:cubicBezTo>
                  <a:pt x="134201" y="53195"/>
                  <a:pt x="133310" y="52304"/>
                  <a:pt x="133310" y="51205"/>
                </a:cubicBezTo>
                <a:cubicBezTo>
                  <a:pt x="133310" y="50106"/>
                  <a:pt x="134201" y="49215"/>
                  <a:pt x="135300" y="49215"/>
                </a:cubicBezTo>
              </a:path>
            </a:pathLst>
          </a:custGeom>
          <a:noFill/>
          <a:ln w="597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4762"/>
            <a:ext cx="4467225" cy="307661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90525" y="1843125"/>
            <a:ext cx="3309346" cy="800100"/>
            <a:chOff x="390525" y="1838363"/>
            <a:chExt cx="3309346" cy="800100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838363"/>
              <a:ext cx="330934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An Integrated AI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2238413"/>
              <a:ext cx="330934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Fashion Platform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90525" y="2738475"/>
            <a:ext cx="3826821" cy="342900"/>
            <a:chOff x="390525" y="2733713"/>
            <a:chExt cx="3826821" cy="342900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2733713"/>
              <a:ext cx="382682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Combining generative AI with practical design and shopping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905163"/>
              <a:ext cx="382682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tools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0525" y="3548100"/>
            <a:ext cx="428329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000" b="0">
                <a:solidFill>
                  <a:srgbClr val="22403B"/>
                </a:solidFill>
                <a:latin typeface="Robot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5025" y="3548100"/>
            <a:ext cx="428329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000" b="0">
                <a:solidFill>
                  <a:srgbClr val="22403B"/>
                </a:solidFill>
                <a:latin typeface="Robot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9525" y="3548100"/>
            <a:ext cx="428329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000" b="0">
                <a:solidFill>
                  <a:srgbClr val="22403B"/>
                </a:solidFill>
                <a:latin typeface="Robot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4025" y="3548100"/>
            <a:ext cx="428329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000" b="0">
                <a:solidFill>
                  <a:srgbClr val="22403B"/>
                </a:solidFill>
                <a:latin typeface="Robot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8525" y="3548100"/>
            <a:ext cx="428329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000" b="0">
                <a:solidFill>
                  <a:srgbClr val="22403B"/>
                </a:solidFill>
                <a:latin typeface="Roboto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25" y="4100550"/>
            <a:ext cx="863498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AI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5025" y="4100550"/>
            <a:ext cx="749055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AI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9525" y="4100550"/>
            <a:ext cx="1003696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Product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025" y="4100550"/>
            <a:ext cx="809625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Virtual Try-On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8525" y="4100550"/>
            <a:ext cx="760961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Design Assets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90525" y="4376774"/>
            <a:ext cx="1487090" cy="304761"/>
            <a:chOff x="390525" y="4372012"/>
            <a:chExt cx="1487090" cy="304761"/>
          </a:xfrm>
        </p:grpSpPr>
        <p:sp>
          <p:nvSpPr>
            <p:cNvPr id="19" name="TextBox 18"/>
            <p:cNvSpPr txBox="1"/>
            <p:nvPr/>
          </p:nvSpPr>
          <p:spPr>
            <a:xfrm>
              <a:off x="390525" y="4372012"/>
              <a:ext cx="148709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Structured data from natural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0525" y="4524412"/>
              <a:ext cx="1487090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language.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105025" y="4376774"/>
            <a:ext cx="1479946" cy="304761"/>
            <a:chOff x="2105025" y="4372012"/>
            <a:chExt cx="1479946" cy="304761"/>
          </a:xfrm>
        </p:grpSpPr>
        <p:sp>
          <p:nvSpPr>
            <p:cNvPr id="22" name="TextBox 21"/>
            <p:cNvSpPr txBox="1"/>
            <p:nvPr/>
          </p:nvSpPr>
          <p:spPr>
            <a:xfrm>
              <a:off x="2105025" y="4372012"/>
              <a:ext cx="14799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High-fidelity design concept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05025" y="4524412"/>
              <a:ext cx="1479946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images.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819525" y="4376774"/>
            <a:ext cx="1504950" cy="304761"/>
            <a:chOff x="3819525" y="4372012"/>
            <a:chExt cx="1504950" cy="304761"/>
          </a:xfrm>
        </p:grpSpPr>
        <p:sp>
          <p:nvSpPr>
            <p:cNvPr id="25" name="TextBox 24"/>
            <p:cNvSpPr txBox="1"/>
            <p:nvPr/>
          </p:nvSpPr>
          <p:spPr>
            <a:xfrm>
              <a:off x="3819525" y="4372012"/>
              <a:ext cx="15049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Intelligent recommendations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819525" y="4524412"/>
              <a:ext cx="1504950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via RapidAPI.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534025" y="4376774"/>
            <a:ext cx="1307010" cy="304761"/>
            <a:chOff x="5534025" y="4372012"/>
            <a:chExt cx="1307010" cy="304761"/>
          </a:xfrm>
        </p:grpSpPr>
        <p:sp>
          <p:nvSpPr>
            <p:cNvPr id="28" name="TextBox 27"/>
            <p:cNvSpPr txBox="1"/>
            <p:nvPr/>
          </p:nvSpPr>
          <p:spPr>
            <a:xfrm>
              <a:off x="5534025" y="4372012"/>
              <a:ext cx="130701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Realistic visualization 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534025" y="4524412"/>
              <a:ext cx="1307010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person images.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248525" y="4376774"/>
            <a:ext cx="1368475" cy="304761"/>
            <a:chOff x="7248525" y="4372012"/>
            <a:chExt cx="1368475" cy="304761"/>
          </a:xfrm>
        </p:grpSpPr>
        <p:sp>
          <p:nvSpPr>
            <p:cNvPr id="31" name="TextBox 30"/>
            <p:cNvSpPr txBox="1"/>
            <p:nvPr/>
          </p:nvSpPr>
          <p:spPr>
            <a:xfrm>
              <a:off x="7248525" y="4372012"/>
              <a:ext cx="13684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Tech-pack generation and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48525" y="4524412"/>
              <a:ext cx="1368475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collections.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94487" y="1320025"/>
            <a:ext cx="885129" cy="619591"/>
          </a:xfrm>
          <a:custGeom>
            <a:avLst/>
            <a:gdLst/>
            <a:ahLst/>
            <a:cxnLst/>
            <a:rect l="0" t="0" r="0" b="0"/>
            <a:pathLst>
              <a:path w="885129" h="619591">
                <a:moveTo>
                  <a:pt x="0" y="302418"/>
                </a:moveTo>
                <a:cubicBezTo>
                  <a:pt x="1971" y="137055"/>
                  <a:pt x="139912" y="0"/>
                  <a:pt x="309772" y="0"/>
                </a:cubicBezTo>
                <a:lnTo>
                  <a:pt x="885129" y="0"/>
                </a:lnTo>
                <a:lnTo>
                  <a:pt x="885129" y="619591"/>
                </a:lnTo>
                <a:lnTo>
                  <a:pt x="309772" y="619591"/>
                </a:lnTo>
                <a:cubicBezTo>
                  <a:pt x="139912" y="619591"/>
                  <a:pt x="1971" y="487822"/>
                  <a:pt x="0" y="324545"/>
                </a:cubicBezTo>
                <a:lnTo>
                  <a:pt x="0" y="30241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94487" y="1320025"/>
            <a:ext cx="885128" cy="619589"/>
          </a:xfrm>
          <a:custGeom>
            <a:avLst/>
            <a:gdLst/>
            <a:ahLst/>
            <a:cxnLst/>
            <a:rect l="0" t="0" r="0" b="0"/>
            <a:pathLst>
              <a:path w="885128" h="619589">
                <a:moveTo>
                  <a:pt x="0" y="324546"/>
                </a:moveTo>
                <a:cubicBezTo>
                  <a:pt x="1976" y="485876"/>
                  <a:pt x="139909" y="619589"/>
                  <a:pt x="309773" y="619589"/>
                </a:cubicBezTo>
                <a:lnTo>
                  <a:pt x="885128" y="619589"/>
                </a:lnTo>
                <a:lnTo>
                  <a:pt x="885128" y="324546"/>
                </a:lnTo>
                <a:moveTo>
                  <a:pt x="0" y="302418"/>
                </a:moveTo>
                <a:lnTo>
                  <a:pt x="0" y="324546"/>
                </a:lnTo>
                <a:moveTo>
                  <a:pt x="885128" y="302418"/>
                </a:moveTo>
                <a:lnTo>
                  <a:pt x="885128" y="324546"/>
                </a:lnTo>
                <a:moveTo>
                  <a:pt x="0" y="302418"/>
                </a:moveTo>
                <a:cubicBezTo>
                  <a:pt x="1976" y="135063"/>
                  <a:pt x="139909" y="0"/>
                  <a:pt x="309773" y="0"/>
                </a:cubicBezTo>
                <a:lnTo>
                  <a:pt x="885128" y="0"/>
                </a:lnTo>
                <a:lnTo>
                  <a:pt x="885128" y="302418"/>
                </a:lnTo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23871" y="1320025"/>
            <a:ext cx="4425638" cy="619591"/>
          </a:xfrm>
          <a:custGeom>
            <a:avLst/>
            <a:gdLst/>
            <a:ahLst/>
            <a:cxnLst/>
            <a:rect l="0" t="0" r="0" b="0"/>
            <a:pathLst>
              <a:path w="4425638" h="619591">
                <a:moveTo>
                  <a:pt x="0" y="0"/>
                </a:moveTo>
                <a:lnTo>
                  <a:pt x="4425638" y="0"/>
                </a:lnTo>
                <a:lnTo>
                  <a:pt x="4425638" y="619591"/>
                </a:lnTo>
                <a:lnTo>
                  <a:pt x="0" y="61959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23871" y="1320025"/>
            <a:ext cx="4425640" cy="619589"/>
          </a:xfrm>
          <a:custGeom>
            <a:avLst/>
            <a:gdLst/>
            <a:ahLst/>
            <a:cxnLst/>
            <a:rect l="0" t="0" r="0" b="0"/>
            <a:pathLst>
              <a:path w="4425640" h="619589">
                <a:moveTo>
                  <a:pt x="0" y="0"/>
                </a:moveTo>
                <a:lnTo>
                  <a:pt x="4425640" y="0"/>
                </a:lnTo>
                <a:lnTo>
                  <a:pt x="4425640" y="619589"/>
                </a:lnTo>
                <a:lnTo>
                  <a:pt x="0" y="619589"/>
                </a:lnTo>
                <a:lnTo>
                  <a:pt x="0" y="0"/>
                </a:lnTo>
                <a:close/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94487" y="1983871"/>
            <a:ext cx="885129" cy="619591"/>
          </a:xfrm>
          <a:custGeom>
            <a:avLst/>
            <a:gdLst/>
            <a:ahLst/>
            <a:cxnLst/>
            <a:rect l="0" t="0" r="0" b="0"/>
            <a:pathLst>
              <a:path w="885129" h="619591">
                <a:moveTo>
                  <a:pt x="0" y="302418"/>
                </a:moveTo>
                <a:cubicBezTo>
                  <a:pt x="1971" y="137055"/>
                  <a:pt x="139912" y="0"/>
                  <a:pt x="309772" y="0"/>
                </a:cubicBezTo>
                <a:lnTo>
                  <a:pt x="885129" y="0"/>
                </a:lnTo>
                <a:lnTo>
                  <a:pt x="885129" y="619591"/>
                </a:lnTo>
                <a:lnTo>
                  <a:pt x="309772" y="619591"/>
                </a:lnTo>
                <a:cubicBezTo>
                  <a:pt x="139912" y="619591"/>
                  <a:pt x="1971" y="487822"/>
                  <a:pt x="0" y="324545"/>
                </a:cubicBezTo>
                <a:lnTo>
                  <a:pt x="0" y="30241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94487" y="1983871"/>
            <a:ext cx="885128" cy="619589"/>
          </a:xfrm>
          <a:custGeom>
            <a:avLst/>
            <a:gdLst/>
            <a:ahLst/>
            <a:cxnLst/>
            <a:rect l="0" t="0" r="0" b="0"/>
            <a:pathLst>
              <a:path w="885128" h="619589">
                <a:moveTo>
                  <a:pt x="0" y="324546"/>
                </a:moveTo>
                <a:cubicBezTo>
                  <a:pt x="1976" y="485876"/>
                  <a:pt x="139909" y="619589"/>
                  <a:pt x="309773" y="619589"/>
                </a:cubicBezTo>
                <a:lnTo>
                  <a:pt x="885128" y="619589"/>
                </a:lnTo>
                <a:lnTo>
                  <a:pt x="885128" y="324546"/>
                </a:lnTo>
                <a:moveTo>
                  <a:pt x="0" y="302418"/>
                </a:moveTo>
                <a:lnTo>
                  <a:pt x="0" y="324546"/>
                </a:lnTo>
                <a:moveTo>
                  <a:pt x="885128" y="302418"/>
                </a:moveTo>
                <a:lnTo>
                  <a:pt x="885128" y="324546"/>
                </a:lnTo>
                <a:moveTo>
                  <a:pt x="0" y="302418"/>
                </a:moveTo>
                <a:cubicBezTo>
                  <a:pt x="1976" y="135063"/>
                  <a:pt x="139909" y="0"/>
                  <a:pt x="309773" y="0"/>
                </a:cubicBezTo>
                <a:lnTo>
                  <a:pt x="885128" y="0"/>
                </a:lnTo>
                <a:lnTo>
                  <a:pt x="885128" y="302418"/>
                </a:lnTo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3871" y="1983871"/>
            <a:ext cx="4425638" cy="619591"/>
          </a:xfrm>
          <a:custGeom>
            <a:avLst/>
            <a:gdLst/>
            <a:ahLst/>
            <a:cxnLst/>
            <a:rect l="0" t="0" r="0" b="0"/>
            <a:pathLst>
              <a:path w="4425638" h="619591">
                <a:moveTo>
                  <a:pt x="0" y="0"/>
                </a:moveTo>
                <a:lnTo>
                  <a:pt x="4425638" y="0"/>
                </a:lnTo>
                <a:lnTo>
                  <a:pt x="4425638" y="619591"/>
                </a:lnTo>
                <a:lnTo>
                  <a:pt x="0" y="61959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3871" y="1983871"/>
            <a:ext cx="4425640" cy="619589"/>
          </a:xfrm>
          <a:custGeom>
            <a:avLst/>
            <a:gdLst/>
            <a:ahLst/>
            <a:cxnLst/>
            <a:rect l="0" t="0" r="0" b="0"/>
            <a:pathLst>
              <a:path w="4425640" h="619589">
                <a:moveTo>
                  <a:pt x="0" y="0"/>
                </a:moveTo>
                <a:lnTo>
                  <a:pt x="4425640" y="0"/>
                </a:lnTo>
                <a:lnTo>
                  <a:pt x="4425640" y="619589"/>
                </a:lnTo>
                <a:lnTo>
                  <a:pt x="0" y="619589"/>
                </a:lnTo>
                <a:lnTo>
                  <a:pt x="0" y="0"/>
                </a:lnTo>
                <a:close/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94487" y="2647717"/>
            <a:ext cx="885129" cy="619591"/>
          </a:xfrm>
          <a:custGeom>
            <a:avLst/>
            <a:gdLst/>
            <a:ahLst/>
            <a:cxnLst/>
            <a:rect l="0" t="0" r="0" b="0"/>
            <a:pathLst>
              <a:path w="885129" h="619591">
                <a:moveTo>
                  <a:pt x="0" y="302418"/>
                </a:moveTo>
                <a:cubicBezTo>
                  <a:pt x="1971" y="137055"/>
                  <a:pt x="139912" y="0"/>
                  <a:pt x="309772" y="0"/>
                </a:cubicBezTo>
                <a:lnTo>
                  <a:pt x="885129" y="0"/>
                </a:lnTo>
                <a:lnTo>
                  <a:pt x="885129" y="619591"/>
                </a:lnTo>
                <a:lnTo>
                  <a:pt x="309772" y="619591"/>
                </a:lnTo>
                <a:cubicBezTo>
                  <a:pt x="139912" y="619591"/>
                  <a:pt x="1971" y="487822"/>
                  <a:pt x="0" y="324545"/>
                </a:cubicBezTo>
                <a:lnTo>
                  <a:pt x="0" y="30241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94487" y="2647717"/>
            <a:ext cx="885128" cy="619589"/>
          </a:xfrm>
          <a:custGeom>
            <a:avLst/>
            <a:gdLst/>
            <a:ahLst/>
            <a:cxnLst/>
            <a:rect l="0" t="0" r="0" b="0"/>
            <a:pathLst>
              <a:path w="885128" h="619589">
                <a:moveTo>
                  <a:pt x="0" y="324546"/>
                </a:moveTo>
                <a:cubicBezTo>
                  <a:pt x="1976" y="485876"/>
                  <a:pt x="139909" y="619589"/>
                  <a:pt x="309773" y="619589"/>
                </a:cubicBezTo>
                <a:lnTo>
                  <a:pt x="885128" y="619589"/>
                </a:lnTo>
                <a:lnTo>
                  <a:pt x="885128" y="324546"/>
                </a:lnTo>
                <a:moveTo>
                  <a:pt x="0" y="302418"/>
                </a:moveTo>
                <a:lnTo>
                  <a:pt x="0" y="324546"/>
                </a:lnTo>
                <a:moveTo>
                  <a:pt x="885128" y="302418"/>
                </a:moveTo>
                <a:lnTo>
                  <a:pt x="885128" y="324546"/>
                </a:lnTo>
                <a:moveTo>
                  <a:pt x="0" y="302418"/>
                </a:moveTo>
                <a:cubicBezTo>
                  <a:pt x="1976" y="135063"/>
                  <a:pt x="139909" y="0"/>
                  <a:pt x="309773" y="0"/>
                </a:cubicBezTo>
                <a:lnTo>
                  <a:pt x="885128" y="0"/>
                </a:lnTo>
                <a:lnTo>
                  <a:pt x="885128" y="302418"/>
                </a:lnTo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23871" y="2647717"/>
            <a:ext cx="4425638" cy="619591"/>
          </a:xfrm>
          <a:custGeom>
            <a:avLst/>
            <a:gdLst/>
            <a:ahLst/>
            <a:cxnLst/>
            <a:rect l="0" t="0" r="0" b="0"/>
            <a:pathLst>
              <a:path w="4425638" h="619591">
                <a:moveTo>
                  <a:pt x="0" y="0"/>
                </a:moveTo>
                <a:lnTo>
                  <a:pt x="4425638" y="0"/>
                </a:lnTo>
                <a:lnTo>
                  <a:pt x="4425638" y="619591"/>
                </a:lnTo>
                <a:lnTo>
                  <a:pt x="0" y="61959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23871" y="2647717"/>
            <a:ext cx="4425640" cy="619589"/>
          </a:xfrm>
          <a:custGeom>
            <a:avLst/>
            <a:gdLst/>
            <a:ahLst/>
            <a:cxnLst/>
            <a:rect l="0" t="0" r="0" b="0"/>
            <a:pathLst>
              <a:path w="4425640" h="619589">
                <a:moveTo>
                  <a:pt x="0" y="0"/>
                </a:moveTo>
                <a:lnTo>
                  <a:pt x="4425640" y="0"/>
                </a:lnTo>
                <a:lnTo>
                  <a:pt x="4425640" y="619589"/>
                </a:lnTo>
                <a:lnTo>
                  <a:pt x="0" y="619589"/>
                </a:lnTo>
                <a:lnTo>
                  <a:pt x="0" y="0"/>
                </a:lnTo>
                <a:close/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94487" y="3311564"/>
            <a:ext cx="885129" cy="619591"/>
          </a:xfrm>
          <a:custGeom>
            <a:avLst/>
            <a:gdLst/>
            <a:ahLst/>
            <a:cxnLst/>
            <a:rect l="0" t="0" r="0" b="0"/>
            <a:pathLst>
              <a:path w="885129" h="619591">
                <a:moveTo>
                  <a:pt x="0" y="302418"/>
                </a:moveTo>
                <a:cubicBezTo>
                  <a:pt x="1971" y="137055"/>
                  <a:pt x="139912" y="0"/>
                  <a:pt x="309772" y="0"/>
                </a:cubicBezTo>
                <a:lnTo>
                  <a:pt x="885129" y="0"/>
                </a:lnTo>
                <a:lnTo>
                  <a:pt x="885129" y="619591"/>
                </a:lnTo>
                <a:lnTo>
                  <a:pt x="309772" y="619591"/>
                </a:lnTo>
                <a:cubicBezTo>
                  <a:pt x="139912" y="619591"/>
                  <a:pt x="1971" y="487822"/>
                  <a:pt x="0" y="324545"/>
                </a:cubicBezTo>
                <a:lnTo>
                  <a:pt x="0" y="30241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94487" y="3311564"/>
            <a:ext cx="885128" cy="619589"/>
          </a:xfrm>
          <a:custGeom>
            <a:avLst/>
            <a:gdLst/>
            <a:ahLst/>
            <a:cxnLst/>
            <a:rect l="0" t="0" r="0" b="0"/>
            <a:pathLst>
              <a:path w="885128" h="619589">
                <a:moveTo>
                  <a:pt x="0" y="324546"/>
                </a:moveTo>
                <a:cubicBezTo>
                  <a:pt x="1976" y="485876"/>
                  <a:pt x="139909" y="619589"/>
                  <a:pt x="309773" y="619589"/>
                </a:cubicBezTo>
                <a:lnTo>
                  <a:pt x="885128" y="619589"/>
                </a:lnTo>
                <a:lnTo>
                  <a:pt x="885128" y="324546"/>
                </a:lnTo>
                <a:moveTo>
                  <a:pt x="0" y="302418"/>
                </a:moveTo>
                <a:lnTo>
                  <a:pt x="0" y="324546"/>
                </a:lnTo>
                <a:moveTo>
                  <a:pt x="885128" y="302418"/>
                </a:moveTo>
                <a:lnTo>
                  <a:pt x="885128" y="324546"/>
                </a:lnTo>
                <a:moveTo>
                  <a:pt x="0" y="302418"/>
                </a:moveTo>
                <a:cubicBezTo>
                  <a:pt x="1976" y="135063"/>
                  <a:pt x="139909" y="0"/>
                  <a:pt x="309773" y="0"/>
                </a:cubicBezTo>
                <a:lnTo>
                  <a:pt x="885128" y="0"/>
                </a:lnTo>
                <a:lnTo>
                  <a:pt x="885128" y="302418"/>
                </a:lnTo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23871" y="3311564"/>
            <a:ext cx="4425638" cy="619591"/>
          </a:xfrm>
          <a:custGeom>
            <a:avLst/>
            <a:gdLst/>
            <a:ahLst/>
            <a:cxnLst/>
            <a:rect l="0" t="0" r="0" b="0"/>
            <a:pathLst>
              <a:path w="4425638" h="619591">
                <a:moveTo>
                  <a:pt x="0" y="0"/>
                </a:moveTo>
                <a:lnTo>
                  <a:pt x="4425638" y="0"/>
                </a:lnTo>
                <a:lnTo>
                  <a:pt x="4425638" y="619591"/>
                </a:lnTo>
                <a:lnTo>
                  <a:pt x="0" y="61959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23871" y="3311564"/>
            <a:ext cx="4425640" cy="619589"/>
          </a:xfrm>
          <a:custGeom>
            <a:avLst/>
            <a:gdLst/>
            <a:ahLst/>
            <a:cxnLst/>
            <a:rect l="0" t="0" r="0" b="0"/>
            <a:pathLst>
              <a:path w="4425640" h="619589">
                <a:moveTo>
                  <a:pt x="0" y="0"/>
                </a:moveTo>
                <a:lnTo>
                  <a:pt x="4425640" y="0"/>
                </a:lnTo>
                <a:lnTo>
                  <a:pt x="4425640" y="619589"/>
                </a:lnTo>
                <a:lnTo>
                  <a:pt x="0" y="619589"/>
                </a:lnTo>
                <a:lnTo>
                  <a:pt x="0" y="0"/>
                </a:lnTo>
                <a:close/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94487" y="3975409"/>
            <a:ext cx="885129" cy="619591"/>
          </a:xfrm>
          <a:custGeom>
            <a:avLst/>
            <a:gdLst/>
            <a:ahLst/>
            <a:cxnLst/>
            <a:rect l="0" t="0" r="0" b="0"/>
            <a:pathLst>
              <a:path w="885129" h="619591">
                <a:moveTo>
                  <a:pt x="0" y="302418"/>
                </a:moveTo>
                <a:cubicBezTo>
                  <a:pt x="1971" y="137055"/>
                  <a:pt x="139912" y="0"/>
                  <a:pt x="309772" y="0"/>
                </a:cubicBezTo>
                <a:lnTo>
                  <a:pt x="885129" y="0"/>
                </a:lnTo>
                <a:lnTo>
                  <a:pt x="885129" y="619591"/>
                </a:lnTo>
                <a:lnTo>
                  <a:pt x="309772" y="619591"/>
                </a:lnTo>
                <a:cubicBezTo>
                  <a:pt x="139912" y="619591"/>
                  <a:pt x="1971" y="487822"/>
                  <a:pt x="0" y="324545"/>
                </a:cubicBezTo>
                <a:lnTo>
                  <a:pt x="0" y="30241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94487" y="3975409"/>
            <a:ext cx="885128" cy="619589"/>
          </a:xfrm>
          <a:custGeom>
            <a:avLst/>
            <a:gdLst/>
            <a:ahLst/>
            <a:cxnLst/>
            <a:rect l="0" t="0" r="0" b="0"/>
            <a:pathLst>
              <a:path w="885128" h="619589">
                <a:moveTo>
                  <a:pt x="0" y="324546"/>
                </a:moveTo>
                <a:cubicBezTo>
                  <a:pt x="1976" y="485876"/>
                  <a:pt x="139909" y="619589"/>
                  <a:pt x="309773" y="619589"/>
                </a:cubicBezTo>
                <a:lnTo>
                  <a:pt x="885128" y="619589"/>
                </a:lnTo>
                <a:lnTo>
                  <a:pt x="885128" y="324546"/>
                </a:lnTo>
                <a:moveTo>
                  <a:pt x="0" y="302418"/>
                </a:moveTo>
                <a:lnTo>
                  <a:pt x="0" y="324546"/>
                </a:lnTo>
                <a:moveTo>
                  <a:pt x="885128" y="302418"/>
                </a:moveTo>
                <a:lnTo>
                  <a:pt x="885128" y="324546"/>
                </a:lnTo>
                <a:moveTo>
                  <a:pt x="0" y="302418"/>
                </a:moveTo>
                <a:cubicBezTo>
                  <a:pt x="1976" y="135063"/>
                  <a:pt x="139909" y="0"/>
                  <a:pt x="309773" y="0"/>
                </a:cubicBezTo>
                <a:lnTo>
                  <a:pt x="885128" y="0"/>
                </a:lnTo>
                <a:lnTo>
                  <a:pt x="885128" y="302418"/>
                </a:lnTo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23871" y="3975409"/>
            <a:ext cx="4425638" cy="619591"/>
          </a:xfrm>
          <a:custGeom>
            <a:avLst/>
            <a:gdLst/>
            <a:ahLst/>
            <a:cxnLst/>
            <a:rect l="0" t="0" r="0" b="0"/>
            <a:pathLst>
              <a:path w="4425638" h="619591">
                <a:moveTo>
                  <a:pt x="0" y="0"/>
                </a:moveTo>
                <a:lnTo>
                  <a:pt x="4425638" y="0"/>
                </a:lnTo>
                <a:lnTo>
                  <a:pt x="4425638" y="619591"/>
                </a:lnTo>
                <a:lnTo>
                  <a:pt x="0" y="61959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23871" y="3975409"/>
            <a:ext cx="4425640" cy="619589"/>
          </a:xfrm>
          <a:custGeom>
            <a:avLst/>
            <a:gdLst/>
            <a:ahLst/>
            <a:cxnLst/>
            <a:rect l="0" t="0" r="0" b="0"/>
            <a:pathLst>
              <a:path w="4425640" h="619589">
                <a:moveTo>
                  <a:pt x="0" y="0"/>
                </a:moveTo>
                <a:lnTo>
                  <a:pt x="4425640" y="0"/>
                </a:lnTo>
                <a:lnTo>
                  <a:pt x="4425640" y="619589"/>
                </a:lnTo>
                <a:lnTo>
                  <a:pt x="0" y="619589"/>
                </a:lnTo>
                <a:lnTo>
                  <a:pt x="0" y="0"/>
                </a:lnTo>
                <a:close/>
              </a:path>
            </a:pathLst>
          </a:custGeom>
          <a:noFill/>
          <a:ln w="55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1645" y="2238345"/>
            <a:ext cx="79324" cy="1106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22403B"/>
                </a:solidFill>
                <a:latin typeface="Robot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1434" y="2109279"/>
            <a:ext cx="1337671" cy="132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22403B"/>
                </a:solidFill>
                <a:latin typeface="Roboto Slab"/>
              </a:rPr>
              <a:t>Generate design concepts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1434" y="1666718"/>
            <a:ext cx="3407416" cy="1474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22403B"/>
                </a:solidFill>
                <a:latin typeface="Roboto"/>
              </a:rPr>
              <a:t>Convert natural-language fashion ideas into structured specifications.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1434" y="2773124"/>
            <a:ext cx="1573110" cy="132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22403B"/>
                </a:solidFill>
                <a:latin typeface="Roboto Slab"/>
              </a:rPr>
              <a:t>Recommend fashion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1645" y="2902191"/>
            <a:ext cx="79324" cy="1106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22403B"/>
                </a:solidFill>
                <a:latin typeface="Roboto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1434" y="2994410"/>
            <a:ext cx="1927326" cy="1474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22403B"/>
                </a:solidFill>
                <a:latin typeface="Roboto"/>
              </a:rPr>
              <a:t>Recommend relevant fashion products.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1645" y="1574499"/>
            <a:ext cx="79324" cy="1106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22403B"/>
                </a:solidFill>
                <a:latin typeface="Roboto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1434" y="1445432"/>
            <a:ext cx="1144190" cy="132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22403B"/>
                </a:solidFill>
                <a:latin typeface="Roboto Slab"/>
              </a:rPr>
              <a:t>Convert fashion ideas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1434" y="3436970"/>
            <a:ext cx="1152077" cy="132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22403B"/>
                </a:solidFill>
                <a:latin typeface="Roboto Slab"/>
              </a:rPr>
              <a:t>Provide virtual try-on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1645" y="3566037"/>
            <a:ext cx="79324" cy="1106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22403B"/>
                </a:solidFill>
                <a:latin typeface="Robot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1434" y="3658256"/>
            <a:ext cx="1453600" cy="1474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22403B"/>
                </a:solidFill>
                <a:latin typeface="Roboto"/>
              </a:rPr>
              <a:t>Provide realistic virtual try-on.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525" y="371475"/>
            <a:ext cx="5275068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22403B"/>
                </a:solidFill>
                <a:latin typeface="Roboto Slab"/>
              </a:rPr>
              <a:t>Core Goals and Deliverables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434" y="4100818"/>
            <a:ext cx="1387525" cy="1327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22403B"/>
                </a:solidFill>
                <a:latin typeface="Roboto Slab"/>
              </a:rPr>
              <a:t>Integrate design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1645" y="4229883"/>
            <a:ext cx="79324" cy="1106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22403B"/>
                </a:solidFill>
                <a:latin typeface="Roboto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434" y="4322104"/>
            <a:ext cx="2290762" cy="1474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22403B"/>
                </a:solidFill>
                <a:latin typeface="Roboto"/>
              </a:rPr>
              <a:t>Provide an integrated fashion design workflow.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6305550" y="371475"/>
            <a:ext cx="2447925" cy="342900"/>
            <a:chOff x="6305550" y="371475"/>
            <a:chExt cx="2447925" cy="342900"/>
          </a:xfrm>
        </p:grpSpPr>
        <p:sp>
          <p:nvSpPr>
            <p:cNvPr id="37" name="TextBox 36"/>
            <p:cNvSpPr txBox="1"/>
            <p:nvPr/>
          </p:nvSpPr>
          <p:spPr>
            <a:xfrm>
              <a:off x="6305550" y="371475"/>
              <a:ext cx="24479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Defining the success criteria for the AI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305550" y="542925"/>
              <a:ext cx="24479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Fashion Design Generator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931434" y="2330565"/>
            <a:ext cx="2128389" cy="1474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22403B"/>
                </a:solidFill>
                <a:latin typeface="Roboto"/>
              </a:rPr>
              <a:t>Generate fashion design concepts using AI.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84727" y="1413258"/>
            <a:ext cx="992143" cy="773439"/>
          </a:xfrm>
          <a:custGeom>
            <a:avLst/>
            <a:gdLst/>
            <a:ahLst/>
            <a:cxnLst/>
            <a:rect l="0" t="0" r="0" b="0"/>
            <a:pathLst>
              <a:path w="992143" h="773439">
                <a:moveTo>
                  <a:pt x="992143" y="734520"/>
                </a:moveTo>
                <a:lnTo>
                  <a:pt x="939584" y="565651"/>
                </a:lnTo>
                <a:lnTo>
                  <a:pt x="906522" y="622906"/>
                </a:lnTo>
                <a:lnTo>
                  <a:pt x="695915" y="501310"/>
                </a:lnTo>
                <a:cubicBezTo>
                  <a:pt x="753303" y="350386"/>
                  <a:pt x="694448" y="175841"/>
                  <a:pt x="550106" y="92506"/>
                </a:cubicBezTo>
                <a:cubicBezTo>
                  <a:pt x="389886" y="0"/>
                  <a:pt x="185004" y="54892"/>
                  <a:pt x="92506" y="215112"/>
                </a:cubicBezTo>
                <a:cubicBezTo>
                  <a:pt x="0" y="375342"/>
                  <a:pt x="54892" y="580215"/>
                  <a:pt x="215112" y="672722"/>
                </a:cubicBezTo>
                <a:cubicBezTo>
                  <a:pt x="359664" y="756170"/>
                  <a:pt x="540553" y="719661"/>
                  <a:pt x="642489" y="594064"/>
                </a:cubicBezTo>
                <a:lnTo>
                  <a:pt x="853001" y="715613"/>
                </a:lnTo>
                <a:lnTo>
                  <a:pt x="819616" y="773439"/>
                </a:lnTo>
                <a:lnTo>
                  <a:pt x="992143" y="73452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4726" y="1413258"/>
            <a:ext cx="992139" cy="773442"/>
          </a:xfrm>
          <a:custGeom>
            <a:avLst/>
            <a:gdLst/>
            <a:ahLst/>
            <a:cxnLst/>
            <a:rect l="0" t="0" r="0" b="0"/>
            <a:pathLst>
              <a:path w="992139" h="773442">
                <a:moveTo>
                  <a:pt x="992139" y="734522"/>
                </a:moveTo>
                <a:lnTo>
                  <a:pt x="939583" y="565652"/>
                </a:lnTo>
                <a:lnTo>
                  <a:pt x="906526" y="622908"/>
                </a:lnTo>
                <a:lnTo>
                  <a:pt x="695915" y="501312"/>
                </a:lnTo>
                <a:cubicBezTo>
                  <a:pt x="753308" y="350383"/>
                  <a:pt x="694449" y="175841"/>
                  <a:pt x="550104" y="92503"/>
                </a:cubicBezTo>
                <a:cubicBezTo>
                  <a:pt x="389882" y="0"/>
                  <a:pt x="185007" y="54895"/>
                  <a:pt x="92503" y="215117"/>
                </a:cubicBezTo>
                <a:cubicBezTo>
                  <a:pt x="0" y="375338"/>
                  <a:pt x="54895" y="580214"/>
                  <a:pt x="215117" y="672717"/>
                </a:cubicBezTo>
                <a:cubicBezTo>
                  <a:pt x="359663" y="756171"/>
                  <a:pt x="540552" y="719657"/>
                  <a:pt x="642487" y="594067"/>
                </a:cubicBezTo>
                <a:lnTo>
                  <a:pt x="853005" y="715610"/>
                </a:lnTo>
                <a:lnTo>
                  <a:pt x="819616" y="773442"/>
                </a:lnTo>
                <a:lnTo>
                  <a:pt x="992139" y="734522"/>
                </a:lnTo>
                <a:close/>
              </a:path>
            </a:pathLst>
          </a:custGeom>
          <a:noFill/>
          <a:ln w="697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37013" y="3346588"/>
            <a:ext cx="669969" cy="1039396"/>
          </a:xfrm>
          <a:custGeom>
            <a:avLst/>
            <a:gdLst/>
            <a:ahLst/>
            <a:cxnLst/>
            <a:rect l="0" t="0" r="0" b="0"/>
            <a:pathLst>
              <a:path w="669969" h="1039396">
                <a:moveTo>
                  <a:pt x="334984" y="0"/>
                </a:moveTo>
                <a:lnTo>
                  <a:pt x="454952" y="129949"/>
                </a:lnTo>
                <a:lnTo>
                  <a:pt x="388839" y="129949"/>
                </a:lnTo>
                <a:lnTo>
                  <a:pt x="388839" y="373722"/>
                </a:lnTo>
                <a:cubicBezTo>
                  <a:pt x="548249" y="399488"/>
                  <a:pt x="669969" y="537733"/>
                  <a:pt x="669969" y="704411"/>
                </a:cubicBezTo>
                <a:cubicBezTo>
                  <a:pt x="669969" y="889415"/>
                  <a:pt x="519998" y="1039396"/>
                  <a:pt x="334984" y="1039396"/>
                </a:cubicBezTo>
                <a:cubicBezTo>
                  <a:pt x="149980" y="1039396"/>
                  <a:pt x="0" y="889415"/>
                  <a:pt x="0" y="704411"/>
                </a:cubicBezTo>
                <a:cubicBezTo>
                  <a:pt x="0" y="537495"/>
                  <a:pt x="122062" y="399107"/>
                  <a:pt x="281797" y="373618"/>
                </a:cubicBezTo>
                <a:lnTo>
                  <a:pt x="281797" y="129949"/>
                </a:lnTo>
                <a:lnTo>
                  <a:pt x="215017" y="129949"/>
                </a:lnTo>
                <a:lnTo>
                  <a:pt x="334984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37013" y="3346588"/>
            <a:ext cx="669973" cy="1039394"/>
          </a:xfrm>
          <a:custGeom>
            <a:avLst/>
            <a:gdLst/>
            <a:ahLst/>
            <a:cxnLst/>
            <a:rect l="0" t="0" r="0" b="0"/>
            <a:pathLst>
              <a:path w="669973" h="1039394">
                <a:moveTo>
                  <a:pt x="334986" y="0"/>
                </a:moveTo>
                <a:lnTo>
                  <a:pt x="454955" y="129951"/>
                </a:lnTo>
                <a:lnTo>
                  <a:pt x="388840" y="129951"/>
                </a:lnTo>
                <a:lnTo>
                  <a:pt x="388840" y="373727"/>
                </a:lnTo>
                <a:cubicBezTo>
                  <a:pt x="548245" y="399487"/>
                  <a:pt x="669973" y="537732"/>
                  <a:pt x="669973" y="704407"/>
                </a:cubicBezTo>
                <a:cubicBezTo>
                  <a:pt x="669973" y="889416"/>
                  <a:pt x="519995" y="1039394"/>
                  <a:pt x="334986" y="1039394"/>
                </a:cubicBezTo>
                <a:cubicBezTo>
                  <a:pt x="149979" y="1039394"/>
                  <a:pt x="0" y="889416"/>
                  <a:pt x="0" y="704407"/>
                </a:cubicBezTo>
                <a:cubicBezTo>
                  <a:pt x="0" y="537500"/>
                  <a:pt x="122067" y="399103"/>
                  <a:pt x="281797" y="373620"/>
                </a:cubicBezTo>
                <a:lnTo>
                  <a:pt x="281797" y="129951"/>
                </a:lnTo>
                <a:lnTo>
                  <a:pt x="215019" y="129951"/>
                </a:lnTo>
                <a:lnTo>
                  <a:pt x="334986" y="0"/>
                </a:lnTo>
                <a:close/>
              </a:path>
            </a:pathLst>
          </a:custGeom>
          <a:noFill/>
          <a:ln w="697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67126" y="1413249"/>
            <a:ext cx="992143" cy="773439"/>
          </a:xfrm>
          <a:custGeom>
            <a:avLst/>
            <a:gdLst/>
            <a:ahLst/>
            <a:cxnLst/>
            <a:rect l="0" t="0" r="0" b="0"/>
            <a:pathLst>
              <a:path w="992143" h="773439">
                <a:moveTo>
                  <a:pt x="0" y="734520"/>
                </a:moveTo>
                <a:lnTo>
                  <a:pt x="172526" y="773439"/>
                </a:lnTo>
                <a:lnTo>
                  <a:pt x="139465" y="716184"/>
                </a:lnTo>
                <a:lnTo>
                  <a:pt x="350081" y="594588"/>
                </a:lnTo>
                <a:cubicBezTo>
                  <a:pt x="452094" y="719756"/>
                  <a:pt x="632679" y="756056"/>
                  <a:pt x="777020" y="672722"/>
                </a:cubicBezTo>
                <a:cubicBezTo>
                  <a:pt x="937240" y="580215"/>
                  <a:pt x="992143" y="375342"/>
                  <a:pt x="899636" y="215112"/>
                </a:cubicBezTo>
                <a:cubicBezTo>
                  <a:pt x="807129" y="54892"/>
                  <a:pt x="602256" y="0"/>
                  <a:pt x="442036" y="92506"/>
                </a:cubicBezTo>
                <a:cubicBezTo>
                  <a:pt x="297484" y="175955"/>
                  <a:pt x="238667" y="350872"/>
                  <a:pt x="296465" y="501938"/>
                </a:cubicBezTo>
                <a:lnTo>
                  <a:pt x="85944" y="623487"/>
                </a:lnTo>
                <a:lnTo>
                  <a:pt x="52558" y="565651"/>
                </a:lnTo>
                <a:lnTo>
                  <a:pt x="0" y="73452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67126" y="1413249"/>
            <a:ext cx="992139" cy="773442"/>
          </a:xfrm>
          <a:custGeom>
            <a:avLst/>
            <a:gdLst/>
            <a:ahLst/>
            <a:cxnLst/>
            <a:rect l="0" t="0" r="0" b="0"/>
            <a:pathLst>
              <a:path w="992139" h="773442">
                <a:moveTo>
                  <a:pt x="0" y="734523"/>
                </a:moveTo>
                <a:lnTo>
                  <a:pt x="172523" y="773442"/>
                </a:lnTo>
                <a:lnTo>
                  <a:pt x="139467" y="716187"/>
                </a:lnTo>
                <a:lnTo>
                  <a:pt x="350078" y="594590"/>
                </a:lnTo>
                <a:cubicBezTo>
                  <a:pt x="452089" y="719758"/>
                  <a:pt x="632676" y="756056"/>
                  <a:pt x="777021" y="672717"/>
                </a:cubicBezTo>
                <a:cubicBezTo>
                  <a:pt x="937244" y="580214"/>
                  <a:pt x="992139" y="375338"/>
                  <a:pt x="899636" y="215117"/>
                </a:cubicBezTo>
                <a:cubicBezTo>
                  <a:pt x="807131" y="54895"/>
                  <a:pt x="602257" y="0"/>
                  <a:pt x="442034" y="92503"/>
                </a:cubicBezTo>
                <a:cubicBezTo>
                  <a:pt x="297488" y="175957"/>
                  <a:pt x="238667" y="350869"/>
                  <a:pt x="296463" y="501941"/>
                </a:cubicBezTo>
                <a:lnTo>
                  <a:pt x="85945" y="623484"/>
                </a:lnTo>
                <a:lnTo>
                  <a:pt x="52556" y="565653"/>
                </a:lnTo>
                <a:lnTo>
                  <a:pt x="0" y="734523"/>
                </a:lnTo>
                <a:close/>
              </a:path>
            </a:pathLst>
          </a:custGeom>
          <a:noFill/>
          <a:ln w="697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02026" y="1817707"/>
            <a:ext cx="1339948" cy="1339948"/>
          </a:xfrm>
          <a:custGeom>
            <a:avLst/>
            <a:gdLst/>
            <a:ahLst/>
            <a:cxnLst/>
            <a:rect l="0" t="0" r="0" b="0"/>
            <a:pathLst>
              <a:path w="1339948" h="1339948">
                <a:moveTo>
                  <a:pt x="1339948" y="669969"/>
                </a:moveTo>
                <a:cubicBezTo>
                  <a:pt x="1339948" y="299961"/>
                  <a:pt x="1039987" y="0"/>
                  <a:pt x="669969" y="0"/>
                </a:cubicBezTo>
                <a:cubicBezTo>
                  <a:pt x="299961" y="0"/>
                  <a:pt x="0" y="299961"/>
                  <a:pt x="0" y="669969"/>
                </a:cubicBezTo>
                <a:cubicBezTo>
                  <a:pt x="0" y="1039987"/>
                  <a:pt x="299961" y="1339948"/>
                  <a:pt x="669969" y="1339948"/>
                </a:cubicBezTo>
                <a:cubicBezTo>
                  <a:pt x="1039987" y="1339948"/>
                  <a:pt x="1339948" y="1039987"/>
                  <a:pt x="1339948" y="669969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02026" y="1817707"/>
            <a:ext cx="1339947" cy="1339947"/>
          </a:xfrm>
          <a:custGeom>
            <a:avLst/>
            <a:gdLst/>
            <a:ahLst/>
            <a:cxnLst/>
            <a:rect l="0" t="0" r="0" b="0"/>
            <a:pathLst>
              <a:path w="1339947" h="1339947">
                <a:moveTo>
                  <a:pt x="1339947" y="669973"/>
                </a:moveTo>
                <a:cubicBezTo>
                  <a:pt x="1339947" y="299957"/>
                  <a:pt x="1039990" y="0"/>
                  <a:pt x="669973" y="0"/>
                </a:cubicBezTo>
                <a:cubicBezTo>
                  <a:pt x="299957" y="0"/>
                  <a:pt x="0" y="299957"/>
                  <a:pt x="0" y="669973"/>
                </a:cubicBezTo>
                <a:cubicBezTo>
                  <a:pt x="0" y="1039990"/>
                  <a:pt x="299957" y="1339947"/>
                  <a:pt x="669973" y="1339947"/>
                </a:cubicBezTo>
                <a:cubicBezTo>
                  <a:pt x="1039990" y="1339947"/>
                  <a:pt x="1339947" y="1039990"/>
                  <a:pt x="1339947" y="669973"/>
                </a:cubicBezTo>
                <a:close/>
              </a:path>
            </a:pathLst>
          </a:custGeom>
          <a:noFill/>
          <a:ln w="697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1156" y="376237"/>
            <a:ext cx="5881687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Technical Stack and Data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1543" y="1426921"/>
            <a:ext cx="756199" cy="1674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>
                <a:solidFill>
                  <a:srgbClr val="22403B"/>
                </a:solidFill>
                <a:latin typeface="Roboto Slab"/>
              </a:rPr>
              <a:t>AI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6643" y="1575800"/>
            <a:ext cx="440554" cy="432691"/>
          </a:xfrm>
          <a:custGeom>
            <a:avLst/>
            <a:gdLst/>
            <a:ahLst/>
            <a:cxnLst/>
            <a:rect l="0" t="0" r="0" b="0"/>
            <a:pathLst>
              <a:path w="440554" h="432691">
                <a:moveTo>
                  <a:pt x="41667" y="367555"/>
                </a:moveTo>
                <a:cubicBezTo>
                  <a:pt x="57085" y="367555"/>
                  <a:pt x="69583" y="355056"/>
                  <a:pt x="69583" y="339639"/>
                </a:cubicBezTo>
                <a:cubicBezTo>
                  <a:pt x="69583" y="324222"/>
                  <a:pt x="57085" y="311723"/>
                  <a:pt x="41667" y="311723"/>
                </a:cubicBezTo>
                <a:cubicBezTo>
                  <a:pt x="26250" y="311723"/>
                  <a:pt x="13752" y="324222"/>
                  <a:pt x="13752" y="339639"/>
                </a:cubicBezTo>
                <a:cubicBezTo>
                  <a:pt x="13752" y="355056"/>
                  <a:pt x="26250" y="367555"/>
                  <a:pt x="41667" y="367555"/>
                </a:cubicBezTo>
                <a:close/>
                <a:moveTo>
                  <a:pt x="164498" y="281050"/>
                </a:moveTo>
                <a:cubicBezTo>
                  <a:pt x="179915" y="281050"/>
                  <a:pt x="192414" y="268551"/>
                  <a:pt x="192414" y="253134"/>
                </a:cubicBezTo>
                <a:cubicBezTo>
                  <a:pt x="192414" y="237717"/>
                  <a:pt x="179915" y="225219"/>
                  <a:pt x="164498" y="225219"/>
                </a:cubicBezTo>
                <a:cubicBezTo>
                  <a:pt x="149080" y="225219"/>
                  <a:pt x="136582" y="237717"/>
                  <a:pt x="136582" y="253134"/>
                </a:cubicBezTo>
                <a:cubicBezTo>
                  <a:pt x="136582" y="268551"/>
                  <a:pt x="149080" y="281050"/>
                  <a:pt x="164498" y="281050"/>
                </a:cubicBezTo>
                <a:close/>
                <a:moveTo>
                  <a:pt x="0" y="0"/>
                </a:moveTo>
                <a:moveTo>
                  <a:pt x="164498" y="281050"/>
                </a:moveTo>
                <a:lnTo>
                  <a:pt x="164498" y="432691"/>
                </a:lnTo>
                <a:moveTo>
                  <a:pt x="69583" y="339639"/>
                </a:moveTo>
                <a:lnTo>
                  <a:pt x="85299" y="339639"/>
                </a:lnTo>
                <a:cubicBezTo>
                  <a:pt x="97086" y="339639"/>
                  <a:pt x="104944" y="347083"/>
                  <a:pt x="104944" y="358249"/>
                </a:cubicBezTo>
                <a:lnTo>
                  <a:pt x="104944" y="432691"/>
                </a:lnTo>
                <a:moveTo>
                  <a:pt x="285464" y="367555"/>
                </a:moveTo>
                <a:cubicBezTo>
                  <a:pt x="300881" y="367555"/>
                  <a:pt x="313380" y="355056"/>
                  <a:pt x="313380" y="339639"/>
                </a:cubicBezTo>
                <a:cubicBezTo>
                  <a:pt x="313380" y="324222"/>
                  <a:pt x="300881" y="311723"/>
                  <a:pt x="285464" y="311723"/>
                </a:cubicBezTo>
                <a:cubicBezTo>
                  <a:pt x="270047" y="311723"/>
                  <a:pt x="257549" y="324222"/>
                  <a:pt x="257549" y="339639"/>
                </a:cubicBezTo>
                <a:cubicBezTo>
                  <a:pt x="257549" y="355056"/>
                  <a:pt x="270047" y="367555"/>
                  <a:pt x="285464" y="367555"/>
                </a:cubicBezTo>
                <a:close/>
                <a:moveTo>
                  <a:pt x="257549" y="339639"/>
                </a:moveTo>
                <a:lnTo>
                  <a:pt x="242660" y="339639"/>
                </a:lnTo>
                <a:cubicBezTo>
                  <a:pt x="231494" y="339639"/>
                  <a:pt x="224050" y="347083"/>
                  <a:pt x="224050" y="358249"/>
                </a:cubicBezTo>
                <a:lnTo>
                  <a:pt x="224050" y="432691"/>
                </a:lnTo>
                <a:moveTo>
                  <a:pt x="0" y="0"/>
                </a:moveTo>
                <a:moveTo>
                  <a:pt x="114247" y="187034"/>
                </a:moveTo>
                <a:lnTo>
                  <a:pt x="106803" y="177728"/>
                </a:lnTo>
                <a:cubicBezTo>
                  <a:pt x="103081" y="172145"/>
                  <a:pt x="93776" y="170283"/>
                  <a:pt x="88193" y="174005"/>
                </a:cubicBezTo>
                <a:lnTo>
                  <a:pt x="69582" y="185172"/>
                </a:lnTo>
                <a:cubicBezTo>
                  <a:pt x="54694" y="194476"/>
                  <a:pt x="36084" y="177728"/>
                  <a:pt x="43528" y="160978"/>
                </a:cubicBezTo>
                <a:lnTo>
                  <a:pt x="52833" y="142368"/>
                </a:lnTo>
                <a:cubicBezTo>
                  <a:pt x="56555" y="134924"/>
                  <a:pt x="52833" y="127480"/>
                  <a:pt x="47250" y="123757"/>
                </a:cubicBezTo>
                <a:lnTo>
                  <a:pt x="28639" y="114452"/>
                </a:lnTo>
                <a:cubicBezTo>
                  <a:pt x="11890" y="105147"/>
                  <a:pt x="17473" y="80954"/>
                  <a:pt x="36084" y="79093"/>
                </a:cubicBezTo>
                <a:lnTo>
                  <a:pt x="56555" y="77231"/>
                </a:lnTo>
                <a:cubicBezTo>
                  <a:pt x="63999" y="77231"/>
                  <a:pt x="69582" y="69787"/>
                  <a:pt x="69582" y="62343"/>
                </a:cubicBezTo>
                <a:lnTo>
                  <a:pt x="69582" y="41872"/>
                </a:lnTo>
                <a:cubicBezTo>
                  <a:pt x="69582" y="23262"/>
                  <a:pt x="91915" y="15817"/>
                  <a:pt x="103081" y="30706"/>
                </a:cubicBezTo>
                <a:lnTo>
                  <a:pt x="116108" y="47455"/>
                </a:lnTo>
                <a:cubicBezTo>
                  <a:pt x="119830" y="53038"/>
                  <a:pt x="129136" y="54899"/>
                  <a:pt x="134719" y="51177"/>
                </a:cubicBezTo>
                <a:lnTo>
                  <a:pt x="153329" y="40011"/>
                </a:lnTo>
                <a:cubicBezTo>
                  <a:pt x="168217" y="30706"/>
                  <a:pt x="186827" y="47455"/>
                  <a:pt x="179384" y="64204"/>
                </a:cubicBezTo>
                <a:lnTo>
                  <a:pt x="170079" y="82815"/>
                </a:lnTo>
                <a:cubicBezTo>
                  <a:pt x="166356" y="90259"/>
                  <a:pt x="170079" y="97703"/>
                  <a:pt x="175662" y="101425"/>
                </a:cubicBezTo>
                <a:lnTo>
                  <a:pt x="194271" y="110730"/>
                </a:lnTo>
                <a:cubicBezTo>
                  <a:pt x="211021" y="120035"/>
                  <a:pt x="205438" y="144229"/>
                  <a:pt x="186827" y="146090"/>
                </a:cubicBezTo>
                <a:lnTo>
                  <a:pt x="166356" y="147951"/>
                </a:lnTo>
                <a:cubicBezTo>
                  <a:pt x="158912" y="147951"/>
                  <a:pt x="153329" y="155395"/>
                  <a:pt x="153329" y="162839"/>
                </a:cubicBezTo>
                <a:lnTo>
                  <a:pt x="153329" y="174005"/>
                </a:lnTo>
                <a:moveTo>
                  <a:pt x="0" y="0"/>
                </a:moveTo>
                <a:moveTo>
                  <a:pt x="363648" y="44166"/>
                </a:moveTo>
                <a:lnTo>
                  <a:pt x="370056" y="64995"/>
                </a:lnTo>
                <a:cubicBezTo>
                  <a:pt x="371658" y="73006"/>
                  <a:pt x="379670" y="76211"/>
                  <a:pt x="387680" y="74608"/>
                </a:cubicBezTo>
                <a:lnTo>
                  <a:pt x="408510" y="69802"/>
                </a:lnTo>
                <a:cubicBezTo>
                  <a:pt x="427737" y="64995"/>
                  <a:pt x="440554" y="87426"/>
                  <a:pt x="427737" y="101846"/>
                </a:cubicBezTo>
                <a:lnTo>
                  <a:pt x="413316" y="117868"/>
                </a:lnTo>
                <a:cubicBezTo>
                  <a:pt x="408510" y="124277"/>
                  <a:pt x="408510" y="132288"/>
                  <a:pt x="413316" y="137095"/>
                </a:cubicBezTo>
                <a:lnTo>
                  <a:pt x="427737" y="153117"/>
                </a:lnTo>
                <a:cubicBezTo>
                  <a:pt x="440554" y="167537"/>
                  <a:pt x="427737" y="189967"/>
                  <a:pt x="408510" y="185161"/>
                </a:cubicBezTo>
                <a:lnTo>
                  <a:pt x="387680" y="180354"/>
                </a:lnTo>
                <a:cubicBezTo>
                  <a:pt x="379670" y="178752"/>
                  <a:pt x="373261" y="183559"/>
                  <a:pt x="370056" y="189969"/>
                </a:cubicBezTo>
                <a:lnTo>
                  <a:pt x="363648" y="210797"/>
                </a:lnTo>
                <a:cubicBezTo>
                  <a:pt x="357239" y="230024"/>
                  <a:pt x="331603" y="230024"/>
                  <a:pt x="326796" y="210797"/>
                </a:cubicBezTo>
                <a:lnTo>
                  <a:pt x="320388" y="189969"/>
                </a:lnTo>
                <a:cubicBezTo>
                  <a:pt x="318786" y="181957"/>
                  <a:pt x="310774" y="178752"/>
                  <a:pt x="302763" y="180354"/>
                </a:cubicBezTo>
                <a:lnTo>
                  <a:pt x="281934" y="185161"/>
                </a:lnTo>
                <a:cubicBezTo>
                  <a:pt x="262707" y="189967"/>
                  <a:pt x="249890" y="167537"/>
                  <a:pt x="262707" y="153117"/>
                </a:cubicBezTo>
                <a:lnTo>
                  <a:pt x="277129" y="137095"/>
                </a:lnTo>
                <a:cubicBezTo>
                  <a:pt x="281934" y="130686"/>
                  <a:pt x="281934" y="122675"/>
                  <a:pt x="277129" y="117868"/>
                </a:cubicBezTo>
                <a:lnTo>
                  <a:pt x="262707" y="101846"/>
                </a:lnTo>
                <a:cubicBezTo>
                  <a:pt x="249890" y="87426"/>
                  <a:pt x="262707" y="64995"/>
                  <a:pt x="281934" y="69802"/>
                </a:cubicBezTo>
                <a:lnTo>
                  <a:pt x="302763" y="74608"/>
                </a:lnTo>
                <a:cubicBezTo>
                  <a:pt x="310774" y="76211"/>
                  <a:pt x="317184" y="71404"/>
                  <a:pt x="320388" y="64995"/>
                </a:cubicBezTo>
                <a:lnTo>
                  <a:pt x="326796" y="44166"/>
                </a:lnTo>
                <a:cubicBezTo>
                  <a:pt x="331603" y="24939"/>
                  <a:pt x="358841" y="24939"/>
                  <a:pt x="363648" y="44166"/>
                </a:cubicBezTo>
                <a:close/>
                <a:moveTo>
                  <a:pt x="111456" y="133902"/>
                </a:moveTo>
                <a:cubicBezTo>
                  <a:pt x="122645" y="133902"/>
                  <a:pt x="131715" y="124831"/>
                  <a:pt x="131715" y="113642"/>
                </a:cubicBezTo>
                <a:cubicBezTo>
                  <a:pt x="131715" y="102453"/>
                  <a:pt x="122645" y="93383"/>
                  <a:pt x="111456" y="93383"/>
                </a:cubicBezTo>
                <a:cubicBezTo>
                  <a:pt x="100267" y="93383"/>
                  <a:pt x="91197" y="102453"/>
                  <a:pt x="91197" y="113642"/>
                </a:cubicBezTo>
                <a:cubicBezTo>
                  <a:pt x="91197" y="124831"/>
                  <a:pt x="100267" y="133902"/>
                  <a:pt x="111456" y="133902"/>
                </a:cubicBezTo>
                <a:close/>
                <a:moveTo>
                  <a:pt x="345222" y="147741"/>
                </a:moveTo>
                <a:cubicBezTo>
                  <a:pt x="356411" y="147741"/>
                  <a:pt x="365481" y="138671"/>
                  <a:pt x="365481" y="127482"/>
                </a:cubicBezTo>
                <a:cubicBezTo>
                  <a:pt x="365481" y="116293"/>
                  <a:pt x="356411" y="107223"/>
                  <a:pt x="345222" y="107223"/>
                </a:cubicBezTo>
                <a:cubicBezTo>
                  <a:pt x="334032" y="107223"/>
                  <a:pt x="324963" y="116293"/>
                  <a:pt x="324963" y="127482"/>
                </a:cubicBezTo>
                <a:cubicBezTo>
                  <a:pt x="324963" y="138671"/>
                  <a:pt x="334032" y="147741"/>
                  <a:pt x="345222" y="147741"/>
                </a:cubicBezTo>
                <a:close/>
              </a:path>
            </a:pathLst>
          </a:custGeom>
          <a:noFill/>
          <a:ln w="6978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56867" y="1585106"/>
            <a:ext cx="241935" cy="428038"/>
          </a:xfrm>
          <a:custGeom>
            <a:avLst/>
            <a:gdLst/>
            <a:ahLst/>
            <a:cxnLst/>
            <a:rect l="0" t="0" r="0" b="0"/>
            <a:pathLst>
              <a:path w="241935" h="428038">
                <a:moveTo>
                  <a:pt x="0" y="353597"/>
                </a:moveTo>
                <a:lnTo>
                  <a:pt x="241935" y="353597"/>
                </a:lnTo>
                <a:moveTo>
                  <a:pt x="120967" y="395470"/>
                </a:moveTo>
                <a:lnTo>
                  <a:pt x="120967" y="395470"/>
                </a:lnTo>
                <a:moveTo>
                  <a:pt x="120967" y="395470"/>
                </a:moveTo>
                <a:cubicBezTo>
                  <a:pt x="123537" y="395470"/>
                  <a:pt x="125620" y="393387"/>
                  <a:pt x="125620" y="390818"/>
                </a:cubicBezTo>
                <a:moveTo>
                  <a:pt x="125620" y="390818"/>
                </a:moveTo>
                <a:lnTo>
                  <a:pt x="125620" y="390818"/>
                </a:lnTo>
                <a:moveTo>
                  <a:pt x="120967" y="386165"/>
                </a:moveTo>
                <a:cubicBezTo>
                  <a:pt x="123537" y="386165"/>
                  <a:pt x="125620" y="388248"/>
                  <a:pt x="125620" y="390818"/>
                </a:cubicBezTo>
                <a:moveTo>
                  <a:pt x="120967" y="386165"/>
                </a:moveTo>
                <a:lnTo>
                  <a:pt x="120967" y="386165"/>
                </a:lnTo>
                <a:moveTo>
                  <a:pt x="116314" y="390818"/>
                </a:moveTo>
                <a:cubicBezTo>
                  <a:pt x="116309" y="389582"/>
                  <a:pt x="116798" y="388396"/>
                  <a:pt x="117672" y="387522"/>
                </a:cubicBezTo>
                <a:cubicBezTo>
                  <a:pt x="118545" y="386649"/>
                  <a:pt x="119732" y="386160"/>
                  <a:pt x="120967" y="386165"/>
                </a:cubicBezTo>
                <a:moveTo>
                  <a:pt x="116314" y="390818"/>
                </a:moveTo>
                <a:lnTo>
                  <a:pt x="116314" y="390818"/>
                </a:lnTo>
                <a:moveTo>
                  <a:pt x="116314" y="390818"/>
                </a:moveTo>
                <a:cubicBezTo>
                  <a:pt x="116309" y="392053"/>
                  <a:pt x="116798" y="393239"/>
                  <a:pt x="117672" y="394113"/>
                </a:cubicBezTo>
                <a:cubicBezTo>
                  <a:pt x="118545" y="394987"/>
                  <a:pt x="119732" y="395475"/>
                  <a:pt x="120967" y="395470"/>
                </a:cubicBezTo>
                <a:moveTo>
                  <a:pt x="37220" y="0"/>
                </a:moveTo>
                <a:lnTo>
                  <a:pt x="204714" y="0"/>
                </a:lnTo>
                <a:cubicBezTo>
                  <a:pt x="204714" y="0"/>
                  <a:pt x="241935" y="0"/>
                  <a:pt x="241935" y="37220"/>
                </a:cubicBezTo>
                <a:lnTo>
                  <a:pt x="241935" y="390818"/>
                </a:lnTo>
                <a:cubicBezTo>
                  <a:pt x="241935" y="390818"/>
                  <a:pt x="241935" y="428038"/>
                  <a:pt x="204714" y="428038"/>
                </a:cubicBezTo>
                <a:lnTo>
                  <a:pt x="37220" y="428038"/>
                </a:lnTo>
                <a:cubicBezTo>
                  <a:pt x="37220" y="428038"/>
                  <a:pt x="0" y="428038"/>
                  <a:pt x="0" y="390818"/>
                </a:cubicBezTo>
                <a:lnTo>
                  <a:pt x="0" y="37220"/>
                </a:lnTo>
                <a:cubicBezTo>
                  <a:pt x="0" y="37220"/>
                  <a:pt x="0" y="0"/>
                  <a:pt x="37220" y="0"/>
                </a:cubicBezTo>
                <a:moveTo>
                  <a:pt x="55831" y="55831"/>
                </a:moveTo>
                <a:lnTo>
                  <a:pt x="55831" y="74441"/>
                </a:lnTo>
                <a:moveTo>
                  <a:pt x="37220" y="93051"/>
                </a:moveTo>
                <a:cubicBezTo>
                  <a:pt x="37220" y="103330"/>
                  <a:pt x="45552" y="111662"/>
                  <a:pt x="55831" y="111662"/>
                </a:cubicBezTo>
                <a:cubicBezTo>
                  <a:pt x="66109" y="111662"/>
                  <a:pt x="74441" y="103330"/>
                  <a:pt x="74441" y="93051"/>
                </a:cubicBezTo>
                <a:cubicBezTo>
                  <a:pt x="74441" y="82773"/>
                  <a:pt x="66109" y="74441"/>
                  <a:pt x="55831" y="74441"/>
                </a:cubicBezTo>
                <a:cubicBezTo>
                  <a:pt x="45552" y="74441"/>
                  <a:pt x="37220" y="82773"/>
                  <a:pt x="37220" y="93051"/>
                </a:cubicBezTo>
                <a:moveTo>
                  <a:pt x="37220" y="186103"/>
                </a:moveTo>
                <a:cubicBezTo>
                  <a:pt x="37220" y="196382"/>
                  <a:pt x="45552" y="204714"/>
                  <a:pt x="55831" y="204714"/>
                </a:cubicBezTo>
                <a:cubicBezTo>
                  <a:pt x="66109" y="204714"/>
                  <a:pt x="74441" y="196382"/>
                  <a:pt x="74441" y="186103"/>
                </a:cubicBezTo>
                <a:cubicBezTo>
                  <a:pt x="74441" y="175825"/>
                  <a:pt x="66109" y="167493"/>
                  <a:pt x="55831" y="167493"/>
                </a:cubicBezTo>
                <a:cubicBezTo>
                  <a:pt x="45552" y="167493"/>
                  <a:pt x="37220" y="175825"/>
                  <a:pt x="37220" y="186103"/>
                </a:cubicBezTo>
                <a:moveTo>
                  <a:pt x="37220" y="279155"/>
                </a:moveTo>
                <a:cubicBezTo>
                  <a:pt x="37220" y="289433"/>
                  <a:pt x="45552" y="297766"/>
                  <a:pt x="55831" y="297766"/>
                </a:cubicBezTo>
                <a:cubicBezTo>
                  <a:pt x="66109" y="297766"/>
                  <a:pt x="74441" y="289433"/>
                  <a:pt x="74441" y="279155"/>
                </a:cubicBezTo>
                <a:cubicBezTo>
                  <a:pt x="74441" y="268877"/>
                  <a:pt x="66109" y="260545"/>
                  <a:pt x="55831" y="260545"/>
                </a:cubicBezTo>
                <a:cubicBezTo>
                  <a:pt x="45552" y="260545"/>
                  <a:pt x="37220" y="268877"/>
                  <a:pt x="37220" y="279155"/>
                </a:cubicBezTo>
                <a:moveTo>
                  <a:pt x="55831" y="111662"/>
                </a:moveTo>
                <a:lnTo>
                  <a:pt x="55831" y="167493"/>
                </a:lnTo>
                <a:moveTo>
                  <a:pt x="55831" y="204714"/>
                </a:moveTo>
                <a:lnTo>
                  <a:pt x="55831" y="260545"/>
                </a:lnTo>
                <a:moveTo>
                  <a:pt x="55831" y="297766"/>
                </a:moveTo>
                <a:lnTo>
                  <a:pt x="55831" y="316376"/>
                </a:lnTo>
                <a:moveTo>
                  <a:pt x="111662" y="93051"/>
                </a:moveTo>
                <a:lnTo>
                  <a:pt x="204714" y="93051"/>
                </a:lnTo>
                <a:moveTo>
                  <a:pt x="111662" y="186103"/>
                </a:moveTo>
                <a:lnTo>
                  <a:pt x="186103" y="186103"/>
                </a:lnTo>
                <a:moveTo>
                  <a:pt x="111662" y="279155"/>
                </a:moveTo>
                <a:lnTo>
                  <a:pt x="204714" y="279155"/>
                </a:lnTo>
              </a:path>
            </a:pathLst>
          </a:custGeom>
          <a:noFill/>
          <a:ln w="6978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6257" y="1426921"/>
            <a:ext cx="946842" cy="1674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22403B"/>
                </a:solidFill>
                <a:latin typeface="Roboto Slab"/>
              </a:rPr>
              <a:t>User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0970" y="2166644"/>
            <a:ext cx="642058" cy="642058"/>
          </a:xfrm>
          <a:custGeom>
            <a:avLst/>
            <a:gdLst/>
            <a:ahLst/>
            <a:cxnLst/>
            <a:rect l="0" t="0" r="0" b="0"/>
            <a:pathLst>
              <a:path w="642058" h="642058">
                <a:moveTo>
                  <a:pt x="418733" y="148287"/>
                </a:moveTo>
                <a:lnTo>
                  <a:pt x="376860" y="148287"/>
                </a:lnTo>
                <a:cubicBezTo>
                  <a:pt x="376860" y="179122"/>
                  <a:pt x="351863" y="204118"/>
                  <a:pt x="321029" y="204118"/>
                </a:cubicBezTo>
                <a:cubicBezTo>
                  <a:pt x="290194" y="204118"/>
                  <a:pt x="265197" y="179122"/>
                  <a:pt x="265197" y="148287"/>
                </a:cubicBezTo>
                <a:lnTo>
                  <a:pt x="223324" y="148287"/>
                </a:lnTo>
                <a:lnTo>
                  <a:pt x="139577" y="197139"/>
                </a:lnTo>
                <a:lnTo>
                  <a:pt x="167493" y="280886"/>
                </a:lnTo>
                <a:lnTo>
                  <a:pt x="223324" y="259949"/>
                </a:lnTo>
                <a:lnTo>
                  <a:pt x="223324" y="413485"/>
                </a:lnTo>
                <a:lnTo>
                  <a:pt x="418733" y="413485"/>
                </a:lnTo>
                <a:lnTo>
                  <a:pt x="418733" y="259949"/>
                </a:lnTo>
                <a:lnTo>
                  <a:pt x="474564" y="280886"/>
                </a:lnTo>
                <a:lnTo>
                  <a:pt x="502480" y="197139"/>
                </a:lnTo>
                <a:close/>
                <a:moveTo>
                  <a:pt x="139577" y="530395"/>
                </a:moveTo>
                <a:lnTo>
                  <a:pt x="502480" y="530395"/>
                </a:lnTo>
                <a:moveTo>
                  <a:pt x="321029" y="579248"/>
                </a:moveTo>
                <a:cubicBezTo>
                  <a:pt x="317174" y="579248"/>
                  <a:pt x="314050" y="582372"/>
                  <a:pt x="314050" y="586227"/>
                </a:cubicBezTo>
                <a:lnTo>
                  <a:pt x="314050" y="586227"/>
                </a:lnTo>
                <a:cubicBezTo>
                  <a:pt x="314050" y="590081"/>
                  <a:pt x="317174" y="593206"/>
                  <a:pt x="321029" y="593206"/>
                </a:cubicBezTo>
                <a:lnTo>
                  <a:pt x="321029" y="593206"/>
                </a:lnTo>
                <a:cubicBezTo>
                  <a:pt x="324883" y="593206"/>
                  <a:pt x="328008" y="590081"/>
                  <a:pt x="328008" y="586227"/>
                </a:cubicBezTo>
                <a:lnTo>
                  <a:pt x="328008" y="586227"/>
                </a:lnTo>
                <a:cubicBezTo>
                  <a:pt x="328008" y="582372"/>
                  <a:pt x="324883" y="579248"/>
                  <a:pt x="321029" y="579248"/>
                </a:cubicBezTo>
                <a:moveTo>
                  <a:pt x="321029" y="579248"/>
                </a:moveTo>
                <a:lnTo>
                  <a:pt x="321029" y="579248"/>
                </a:lnTo>
                <a:moveTo>
                  <a:pt x="502480" y="111969"/>
                </a:moveTo>
                <a:lnTo>
                  <a:pt x="502480" y="55831"/>
                </a:lnTo>
                <a:cubicBezTo>
                  <a:pt x="502480" y="24996"/>
                  <a:pt x="477483" y="0"/>
                  <a:pt x="446649" y="0"/>
                </a:cubicBezTo>
                <a:lnTo>
                  <a:pt x="195409" y="0"/>
                </a:lnTo>
                <a:cubicBezTo>
                  <a:pt x="164574" y="0"/>
                  <a:pt x="139577" y="24996"/>
                  <a:pt x="139577" y="55831"/>
                </a:cubicBezTo>
                <a:lnTo>
                  <a:pt x="139577" y="111969"/>
                </a:lnTo>
                <a:moveTo>
                  <a:pt x="502480" y="404775"/>
                </a:moveTo>
                <a:lnTo>
                  <a:pt x="502480" y="586227"/>
                </a:lnTo>
                <a:cubicBezTo>
                  <a:pt x="502480" y="617061"/>
                  <a:pt x="477483" y="642058"/>
                  <a:pt x="446649" y="642058"/>
                </a:cubicBezTo>
                <a:lnTo>
                  <a:pt x="195409" y="642058"/>
                </a:lnTo>
                <a:cubicBezTo>
                  <a:pt x="164574" y="642058"/>
                  <a:pt x="139577" y="617061"/>
                  <a:pt x="139577" y="586227"/>
                </a:cubicBezTo>
                <a:lnTo>
                  <a:pt x="139577" y="399527"/>
                </a:lnTo>
                <a:moveTo>
                  <a:pt x="586227" y="209366"/>
                </a:moveTo>
                <a:lnTo>
                  <a:pt x="642058" y="265197"/>
                </a:lnTo>
                <a:lnTo>
                  <a:pt x="586227" y="321029"/>
                </a:lnTo>
                <a:moveTo>
                  <a:pt x="55831" y="209366"/>
                </a:moveTo>
                <a:lnTo>
                  <a:pt x="0" y="265197"/>
                </a:lnTo>
                <a:lnTo>
                  <a:pt x="55831" y="321029"/>
                </a:lnTo>
              </a:path>
            </a:pathLst>
          </a:custGeom>
          <a:noFill/>
          <a:ln w="6978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6590" y="3836961"/>
            <a:ext cx="390818" cy="428038"/>
          </a:xfrm>
          <a:custGeom>
            <a:avLst/>
            <a:gdLst/>
            <a:ahLst/>
            <a:cxnLst/>
            <a:rect l="0" t="0" r="0" b="0"/>
            <a:pathLst>
              <a:path w="390818" h="428038">
                <a:moveTo>
                  <a:pt x="130272" y="0"/>
                </a:moveTo>
                <a:lnTo>
                  <a:pt x="18610" y="0"/>
                </a:lnTo>
                <a:cubicBezTo>
                  <a:pt x="8332" y="0"/>
                  <a:pt x="0" y="8332"/>
                  <a:pt x="0" y="18610"/>
                </a:cubicBezTo>
                <a:lnTo>
                  <a:pt x="0" y="409428"/>
                </a:lnTo>
                <a:cubicBezTo>
                  <a:pt x="0" y="419706"/>
                  <a:pt x="8332" y="428038"/>
                  <a:pt x="18610" y="428038"/>
                </a:cubicBezTo>
                <a:lnTo>
                  <a:pt x="130272" y="428038"/>
                </a:lnTo>
                <a:close/>
                <a:moveTo>
                  <a:pt x="130272" y="0"/>
                </a:moveTo>
                <a:lnTo>
                  <a:pt x="260545" y="0"/>
                </a:lnTo>
                <a:lnTo>
                  <a:pt x="260545" y="428038"/>
                </a:lnTo>
                <a:lnTo>
                  <a:pt x="130272" y="428038"/>
                </a:lnTo>
                <a:close/>
                <a:moveTo>
                  <a:pt x="390818" y="18610"/>
                </a:moveTo>
                <a:cubicBezTo>
                  <a:pt x="390818" y="8332"/>
                  <a:pt x="382485" y="0"/>
                  <a:pt x="372207" y="0"/>
                </a:cubicBezTo>
                <a:lnTo>
                  <a:pt x="260545" y="0"/>
                </a:lnTo>
                <a:lnTo>
                  <a:pt x="260545" y="428038"/>
                </a:lnTo>
                <a:lnTo>
                  <a:pt x="372207" y="428038"/>
                </a:lnTo>
                <a:cubicBezTo>
                  <a:pt x="382485" y="428038"/>
                  <a:pt x="390818" y="419706"/>
                  <a:pt x="390818" y="409428"/>
                </a:cubicBezTo>
                <a:close/>
                <a:moveTo>
                  <a:pt x="176798" y="46525"/>
                </a:moveTo>
                <a:lnTo>
                  <a:pt x="214019" y="46525"/>
                </a:lnTo>
                <a:moveTo>
                  <a:pt x="176798" y="83746"/>
                </a:moveTo>
                <a:lnTo>
                  <a:pt x="214019" y="83746"/>
                </a:lnTo>
                <a:moveTo>
                  <a:pt x="176798" y="120967"/>
                </a:moveTo>
                <a:lnTo>
                  <a:pt x="214019" y="120967"/>
                </a:lnTo>
                <a:moveTo>
                  <a:pt x="176798" y="334986"/>
                </a:moveTo>
                <a:lnTo>
                  <a:pt x="214019" y="334986"/>
                </a:lnTo>
                <a:moveTo>
                  <a:pt x="176798" y="372207"/>
                </a:moveTo>
                <a:lnTo>
                  <a:pt x="214019" y="372207"/>
                </a:lnTo>
                <a:moveTo>
                  <a:pt x="344292" y="46525"/>
                </a:moveTo>
                <a:lnTo>
                  <a:pt x="307071" y="46525"/>
                </a:lnTo>
                <a:moveTo>
                  <a:pt x="344292" y="83746"/>
                </a:moveTo>
                <a:lnTo>
                  <a:pt x="307071" y="83746"/>
                </a:lnTo>
                <a:moveTo>
                  <a:pt x="344292" y="120967"/>
                </a:moveTo>
                <a:lnTo>
                  <a:pt x="307071" y="120967"/>
                </a:lnTo>
                <a:moveTo>
                  <a:pt x="344292" y="334986"/>
                </a:moveTo>
                <a:lnTo>
                  <a:pt x="307071" y="334986"/>
                </a:lnTo>
                <a:moveTo>
                  <a:pt x="344292" y="372207"/>
                </a:moveTo>
                <a:lnTo>
                  <a:pt x="307071" y="372207"/>
                </a:lnTo>
                <a:moveTo>
                  <a:pt x="83746" y="46525"/>
                </a:moveTo>
                <a:lnTo>
                  <a:pt x="46525" y="46525"/>
                </a:lnTo>
                <a:moveTo>
                  <a:pt x="83746" y="83746"/>
                </a:moveTo>
                <a:lnTo>
                  <a:pt x="46525" y="83746"/>
                </a:lnTo>
                <a:moveTo>
                  <a:pt x="83746" y="120967"/>
                </a:moveTo>
                <a:lnTo>
                  <a:pt x="46525" y="120967"/>
                </a:lnTo>
                <a:moveTo>
                  <a:pt x="83746" y="334986"/>
                </a:moveTo>
                <a:lnTo>
                  <a:pt x="46525" y="334986"/>
                </a:lnTo>
                <a:moveTo>
                  <a:pt x="83746" y="372207"/>
                </a:moveTo>
                <a:lnTo>
                  <a:pt x="46525" y="372207"/>
                </a:lnTo>
                <a:moveTo>
                  <a:pt x="46525" y="195409"/>
                </a:moveTo>
                <a:cubicBezTo>
                  <a:pt x="46525" y="192839"/>
                  <a:pt x="44442" y="190756"/>
                  <a:pt x="41873" y="190756"/>
                </a:cubicBezTo>
                <a:moveTo>
                  <a:pt x="41873" y="190756"/>
                </a:moveTo>
                <a:cubicBezTo>
                  <a:pt x="39303" y="190756"/>
                  <a:pt x="37220" y="192839"/>
                  <a:pt x="37220" y="195409"/>
                </a:cubicBezTo>
                <a:moveTo>
                  <a:pt x="41873" y="200061"/>
                </a:moveTo>
                <a:cubicBezTo>
                  <a:pt x="39303" y="200061"/>
                  <a:pt x="37220" y="197978"/>
                  <a:pt x="37220" y="195409"/>
                </a:cubicBezTo>
                <a:moveTo>
                  <a:pt x="46525" y="195409"/>
                </a:moveTo>
                <a:cubicBezTo>
                  <a:pt x="46525" y="197978"/>
                  <a:pt x="44442" y="200061"/>
                  <a:pt x="41873" y="200061"/>
                </a:cubicBezTo>
                <a:moveTo>
                  <a:pt x="172146" y="190756"/>
                </a:moveTo>
                <a:cubicBezTo>
                  <a:pt x="174715" y="190756"/>
                  <a:pt x="176798" y="192839"/>
                  <a:pt x="176798" y="195409"/>
                </a:cubicBezTo>
                <a:moveTo>
                  <a:pt x="167493" y="195409"/>
                </a:moveTo>
                <a:cubicBezTo>
                  <a:pt x="167493" y="192839"/>
                  <a:pt x="169576" y="190756"/>
                  <a:pt x="172146" y="190756"/>
                </a:cubicBezTo>
                <a:moveTo>
                  <a:pt x="167493" y="195409"/>
                </a:moveTo>
                <a:cubicBezTo>
                  <a:pt x="167493" y="197978"/>
                  <a:pt x="169576" y="200061"/>
                  <a:pt x="172146" y="200061"/>
                </a:cubicBezTo>
                <a:moveTo>
                  <a:pt x="172146" y="200061"/>
                </a:moveTo>
                <a:cubicBezTo>
                  <a:pt x="174715" y="200061"/>
                  <a:pt x="176798" y="197978"/>
                  <a:pt x="176798" y="195409"/>
                </a:cubicBezTo>
                <a:moveTo>
                  <a:pt x="307071" y="195409"/>
                </a:moveTo>
                <a:cubicBezTo>
                  <a:pt x="307071" y="192839"/>
                  <a:pt x="304988" y="190756"/>
                  <a:pt x="302418" y="190756"/>
                </a:cubicBezTo>
                <a:moveTo>
                  <a:pt x="302418" y="190756"/>
                </a:moveTo>
                <a:cubicBezTo>
                  <a:pt x="299849" y="190756"/>
                  <a:pt x="297766" y="192839"/>
                  <a:pt x="297766" y="195409"/>
                </a:cubicBezTo>
                <a:moveTo>
                  <a:pt x="302418" y="200061"/>
                </a:moveTo>
                <a:cubicBezTo>
                  <a:pt x="299849" y="200061"/>
                  <a:pt x="297766" y="197978"/>
                  <a:pt x="297766" y="195409"/>
                </a:cubicBezTo>
                <a:moveTo>
                  <a:pt x="307071" y="195409"/>
                </a:moveTo>
                <a:cubicBezTo>
                  <a:pt x="307071" y="197978"/>
                  <a:pt x="304988" y="200061"/>
                  <a:pt x="302418" y="200061"/>
                </a:cubicBezTo>
              </a:path>
            </a:pathLst>
          </a:custGeom>
          <a:noFill/>
          <a:ln w="6978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1973" y="4553465"/>
            <a:ext cx="1180061" cy="1674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22403B"/>
                </a:solidFill>
                <a:latin typeface="Roboto Slab"/>
              </a:rPr>
              <a:t>Backend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95906" y="2435641"/>
            <a:ext cx="9525" cy="1203732"/>
          </a:xfrm>
          <a:custGeom>
            <a:avLst/>
            <a:gdLst/>
            <a:ahLst/>
            <a:cxnLst/>
            <a:rect l="0" t="0" r="0" b="0"/>
            <a:pathLst>
              <a:path w="9525" h="1203732">
                <a:moveTo>
                  <a:pt x="0" y="1203732"/>
                </a:moveTo>
                <a:lnTo>
                  <a:pt x="0" y="0"/>
                </a:lnTo>
              </a:path>
            </a:pathLst>
          </a:custGeom>
          <a:noFill/>
          <a:ln w="4700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74872" y="2435641"/>
            <a:ext cx="9525" cy="1203732"/>
          </a:xfrm>
          <a:custGeom>
            <a:avLst/>
            <a:gdLst/>
            <a:ahLst/>
            <a:cxnLst/>
            <a:rect l="0" t="0" r="0" b="0"/>
            <a:pathLst>
              <a:path w="9525" h="1203732">
                <a:moveTo>
                  <a:pt x="0" y="1203732"/>
                </a:moveTo>
                <a:lnTo>
                  <a:pt x="0" y="0"/>
                </a:lnTo>
              </a:path>
            </a:pathLst>
          </a:custGeom>
          <a:noFill/>
          <a:ln w="4700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90734" y="2435641"/>
            <a:ext cx="9525" cy="1203732"/>
          </a:xfrm>
          <a:custGeom>
            <a:avLst/>
            <a:gdLst/>
            <a:ahLst/>
            <a:cxnLst/>
            <a:rect l="0" t="0" r="0" b="0"/>
            <a:pathLst>
              <a:path w="9525" h="1203732">
                <a:moveTo>
                  <a:pt x="0" y="1203732"/>
                </a:moveTo>
                <a:lnTo>
                  <a:pt x="0" y="0"/>
                </a:lnTo>
              </a:path>
            </a:pathLst>
          </a:custGeom>
          <a:noFill/>
          <a:ln w="4700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53838" y="2435641"/>
            <a:ext cx="9525" cy="1203732"/>
          </a:xfrm>
          <a:custGeom>
            <a:avLst/>
            <a:gdLst/>
            <a:ahLst/>
            <a:cxnLst/>
            <a:rect l="0" t="0" r="0" b="0"/>
            <a:pathLst>
              <a:path w="9525" h="1203732">
                <a:moveTo>
                  <a:pt x="0" y="1203732"/>
                </a:moveTo>
                <a:lnTo>
                  <a:pt x="0" y="0"/>
                </a:lnTo>
              </a:path>
            </a:pathLst>
          </a:custGeom>
          <a:noFill/>
          <a:ln w="4700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2803" y="2435641"/>
            <a:ext cx="9525" cy="1203732"/>
          </a:xfrm>
          <a:custGeom>
            <a:avLst/>
            <a:gdLst/>
            <a:ahLst/>
            <a:cxnLst/>
            <a:rect l="0" t="0" r="0" b="0"/>
            <a:pathLst>
              <a:path w="9525" h="1203732">
                <a:moveTo>
                  <a:pt x="0" y="1203732"/>
                </a:moveTo>
                <a:lnTo>
                  <a:pt x="0" y="0"/>
                </a:lnTo>
              </a:path>
            </a:pathLst>
          </a:custGeom>
          <a:noFill/>
          <a:ln w="4700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11769" y="2435641"/>
            <a:ext cx="9525" cy="1203732"/>
          </a:xfrm>
          <a:custGeom>
            <a:avLst/>
            <a:gdLst/>
            <a:ahLst/>
            <a:cxnLst/>
            <a:rect l="0" t="0" r="0" b="0"/>
            <a:pathLst>
              <a:path w="9525" h="1203732">
                <a:moveTo>
                  <a:pt x="0" y="1203732"/>
                </a:moveTo>
                <a:lnTo>
                  <a:pt x="0" y="0"/>
                </a:lnTo>
              </a:path>
            </a:pathLst>
          </a:custGeom>
          <a:noFill/>
          <a:ln w="4700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8878" y="2730087"/>
            <a:ext cx="1136427" cy="614838"/>
          </a:xfrm>
          <a:custGeom>
            <a:avLst/>
            <a:gdLst/>
            <a:ahLst/>
            <a:cxnLst/>
            <a:rect l="0" t="0" r="0" b="0"/>
            <a:pathLst>
              <a:path w="1136427" h="614838">
                <a:moveTo>
                  <a:pt x="876052" y="25927"/>
                </a:moveTo>
                <a:cubicBezTo>
                  <a:pt x="850153" y="19"/>
                  <a:pt x="808139" y="0"/>
                  <a:pt x="782221" y="25907"/>
                </a:cubicBezTo>
                <a:cubicBezTo>
                  <a:pt x="756323" y="51796"/>
                  <a:pt x="756323" y="93773"/>
                  <a:pt x="782221" y="119672"/>
                </a:cubicBezTo>
                <a:lnTo>
                  <a:pt x="903712" y="241106"/>
                </a:lnTo>
                <a:lnTo>
                  <a:pt x="563089" y="241106"/>
                </a:lnTo>
                <a:cubicBezTo>
                  <a:pt x="526446" y="241106"/>
                  <a:pt x="496738" y="270795"/>
                  <a:pt x="496738" y="307419"/>
                </a:cubicBezTo>
                <a:cubicBezTo>
                  <a:pt x="496738" y="344043"/>
                  <a:pt x="526446" y="373732"/>
                  <a:pt x="563089" y="373732"/>
                </a:cubicBezTo>
                <a:lnTo>
                  <a:pt x="903712" y="373732"/>
                </a:lnTo>
                <a:lnTo>
                  <a:pt x="782221" y="495166"/>
                </a:lnTo>
                <a:cubicBezTo>
                  <a:pt x="756323" y="521065"/>
                  <a:pt x="756323" y="563041"/>
                  <a:pt x="782221" y="588930"/>
                </a:cubicBezTo>
                <a:cubicBezTo>
                  <a:pt x="808139" y="614838"/>
                  <a:pt x="850153" y="614819"/>
                  <a:pt x="876052" y="588911"/>
                </a:cubicBezTo>
                <a:lnTo>
                  <a:pt x="1110548" y="354291"/>
                </a:lnTo>
                <a:cubicBezTo>
                  <a:pt x="1136427" y="328393"/>
                  <a:pt x="1136427" y="286445"/>
                  <a:pt x="1110548" y="260546"/>
                </a:cubicBezTo>
                <a:lnTo>
                  <a:pt x="876052" y="25927"/>
                </a:lnTo>
                <a:moveTo>
                  <a:pt x="207768" y="265023"/>
                </a:moveTo>
                <a:lnTo>
                  <a:pt x="250155" y="307419"/>
                </a:lnTo>
                <a:lnTo>
                  <a:pt x="207768" y="349815"/>
                </a:lnTo>
                <a:cubicBezTo>
                  <a:pt x="201920" y="355663"/>
                  <a:pt x="201920" y="365140"/>
                  <a:pt x="207768" y="370989"/>
                </a:cubicBezTo>
                <a:cubicBezTo>
                  <a:pt x="213617" y="376837"/>
                  <a:pt x="223094" y="376828"/>
                  <a:pt x="228942" y="370979"/>
                </a:cubicBezTo>
                <a:lnTo>
                  <a:pt x="281863" y="318001"/>
                </a:lnTo>
                <a:cubicBezTo>
                  <a:pt x="287702" y="312153"/>
                  <a:pt x="287702" y="302685"/>
                  <a:pt x="281863" y="296837"/>
                </a:cubicBezTo>
                <a:lnTo>
                  <a:pt x="228942" y="243859"/>
                </a:lnTo>
                <a:cubicBezTo>
                  <a:pt x="223094" y="238010"/>
                  <a:pt x="213617" y="238010"/>
                  <a:pt x="207768" y="243859"/>
                </a:cubicBezTo>
                <a:cubicBezTo>
                  <a:pt x="201920" y="249707"/>
                  <a:pt x="201920" y="259184"/>
                  <a:pt x="207768" y="265023"/>
                </a:cubicBezTo>
                <a:moveTo>
                  <a:pt x="106803" y="265023"/>
                </a:moveTo>
                <a:lnTo>
                  <a:pt x="149199" y="307419"/>
                </a:lnTo>
                <a:lnTo>
                  <a:pt x="106803" y="349815"/>
                </a:lnTo>
                <a:cubicBezTo>
                  <a:pt x="100955" y="355663"/>
                  <a:pt x="100955" y="365140"/>
                  <a:pt x="106803" y="370989"/>
                </a:cubicBezTo>
                <a:cubicBezTo>
                  <a:pt x="112652" y="376837"/>
                  <a:pt x="122139" y="376828"/>
                  <a:pt x="127977" y="370979"/>
                </a:cubicBezTo>
                <a:lnTo>
                  <a:pt x="180898" y="318001"/>
                </a:lnTo>
                <a:cubicBezTo>
                  <a:pt x="186747" y="312153"/>
                  <a:pt x="186747" y="302685"/>
                  <a:pt x="180898" y="296837"/>
                </a:cubicBezTo>
                <a:lnTo>
                  <a:pt x="127977" y="243859"/>
                </a:lnTo>
                <a:cubicBezTo>
                  <a:pt x="122139" y="238010"/>
                  <a:pt x="112652" y="238010"/>
                  <a:pt x="106803" y="243859"/>
                </a:cubicBezTo>
                <a:cubicBezTo>
                  <a:pt x="100955" y="249707"/>
                  <a:pt x="100955" y="259184"/>
                  <a:pt x="106803" y="265023"/>
                </a:cubicBezTo>
                <a:moveTo>
                  <a:pt x="5838" y="265023"/>
                </a:moveTo>
                <a:lnTo>
                  <a:pt x="48234" y="307419"/>
                </a:lnTo>
                <a:lnTo>
                  <a:pt x="5838" y="349815"/>
                </a:lnTo>
                <a:cubicBezTo>
                  <a:pt x="0" y="355663"/>
                  <a:pt x="0" y="365140"/>
                  <a:pt x="5838" y="370989"/>
                </a:cubicBezTo>
                <a:cubicBezTo>
                  <a:pt x="11687" y="376837"/>
                  <a:pt x="21174" y="376828"/>
                  <a:pt x="27022" y="370979"/>
                </a:cubicBezTo>
                <a:lnTo>
                  <a:pt x="79943" y="318001"/>
                </a:lnTo>
                <a:cubicBezTo>
                  <a:pt x="85782" y="312153"/>
                  <a:pt x="85782" y="302685"/>
                  <a:pt x="79943" y="296837"/>
                </a:cubicBezTo>
                <a:lnTo>
                  <a:pt x="27022" y="243859"/>
                </a:lnTo>
                <a:cubicBezTo>
                  <a:pt x="21174" y="238010"/>
                  <a:pt x="11687" y="238010"/>
                  <a:pt x="5838" y="243859"/>
                </a:cubicBezTo>
                <a:cubicBezTo>
                  <a:pt x="0" y="249697"/>
                  <a:pt x="0" y="259184"/>
                  <a:pt x="5838" y="265023"/>
                </a:cubicBezTo>
                <a:moveTo>
                  <a:pt x="389848" y="373732"/>
                </a:moveTo>
                <a:cubicBezTo>
                  <a:pt x="353225" y="373732"/>
                  <a:pt x="323535" y="344043"/>
                  <a:pt x="323535" y="307419"/>
                </a:cubicBezTo>
                <a:cubicBezTo>
                  <a:pt x="323535" y="270795"/>
                  <a:pt x="353225" y="241096"/>
                  <a:pt x="389848" y="241096"/>
                </a:cubicBezTo>
                <a:cubicBezTo>
                  <a:pt x="426472" y="241096"/>
                  <a:pt x="456161" y="270795"/>
                  <a:pt x="456161" y="307419"/>
                </a:cubicBezTo>
                <a:cubicBezTo>
                  <a:pt x="456161" y="344043"/>
                  <a:pt x="426472" y="373732"/>
                  <a:pt x="389848" y="37373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8874" y="2730092"/>
            <a:ext cx="1136430" cy="614830"/>
          </a:xfrm>
          <a:custGeom>
            <a:avLst/>
            <a:gdLst/>
            <a:ahLst/>
            <a:cxnLst/>
            <a:rect l="0" t="0" r="0" b="0"/>
            <a:pathLst>
              <a:path w="1136430" h="614830">
                <a:moveTo>
                  <a:pt x="876060" y="25924"/>
                </a:moveTo>
                <a:cubicBezTo>
                  <a:pt x="850160" y="10"/>
                  <a:pt x="808143" y="0"/>
                  <a:pt x="782230" y="25900"/>
                </a:cubicBezTo>
                <a:cubicBezTo>
                  <a:pt x="756327" y="51792"/>
                  <a:pt x="756327" y="93771"/>
                  <a:pt x="782230" y="119663"/>
                </a:cubicBezTo>
                <a:lnTo>
                  <a:pt x="903721" y="241098"/>
                </a:lnTo>
                <a:lnTo>
                  <a:pt x="563094" y="241098"/>
                </a:lnTo>
                <a:cubicBezTo>
                  <a:pt x="526451" y="241098"/>
                  <a:pt x="496747" y="270789"/>
                  <a:pt x="496747" y="307415"/>
                </a:cubicBezTo>
                <a:cubicBezTo>
                  <a:pt x="496747" y="344041"/>
                  <a:pt x="526451" y="373732"/>
                  <a:pt x="563094" y="373732"/>
                </a:cubicBezTo>
                <a:lnTo>
                  <a:pt x="903720" y="373732"/>
                </a:lnTo>
                <a:lnTo>
                  <a:pt x="782230" y="495166"/>
                </a:lnTo>
                <a:cubicBezTo>
                  <a:pt x="756327" y="521058"/>
                  <a:pt x="756327" y="563037"/>
                  <a:pt x="782230" y="588929"/>
                </a:cubicBezTo>
                <a:cubicBezTo>
                  <a:pt x="808143" y="614830"/>
                  <a:pt x="850160" y="614819"/>
                  <a:pt x="876060" y="588905"/>
                </a:cubicBezTo>
                <a:lnTo>
                  <a:pt x="1110551" y="354284"/>
                </a:lnTo>
                <a:cubicBezTo>
                  <a:pt x="1136430" y="328391"/>
                  <a:pt x="1136430" y="286438"/>
                  <a:pt x="1110551" y="260546"/>
                </a:cubicBezTo>
                <a:lnTo>
                  <a:pt x="876060" y="25924"/>
                </a:lnTo>
                <a:close/>
                <a:moveTo>
                  <a:pt x="207769" y="265023"/>
                </a:moveTo>
                <a:lnTo>
                  <a:pt x="250163" y="307416"/>
                </a:lnTo>
                <a:lnTo>
                  <a:pt x="207769" y="349810"/>
                </a:lnTo>
                <a:cubicBezTo>
                  <a:pt x="201922" y="355657"/>
                  <a:pt x="201922" y="365135"/>
                  <a:pt x="207769" y="370982"/>
                </a:cubicBezTo>
                <a:cubicBezTo>
                  <a:pt x="213617" y="376830"/>
                  <a:pt x="223100" y="376827"/>
                  <a:pt x="228946" y="370976"/>
                </a:cubicBezTo>
                <a:lnTo>
                  <a:pt x="281868" y="318000"/>
                </a:lnTo>
                <a:cubicBezTo>
                  <a:pt x="287708" y="312153"/>
                  <a:pt x="287708" y="302681"/>
                  <a:pt x="281868" y="296834"/>
                </a:cubicBezTo>
                <a:lnTo>
                  <a:pt x="228946" y="243857"/>
                </a:lnTo>
                <a:cubicBezTo>
                  <a:pt x="223100" y="238006"/>
                  <a:pt x="213617" y="238003"/>
                  <a:pt x="207769" y="243852"/>
                </a:cubicBezTo>
                <a:cubicBezTo>
                  <a:pt x="201922" y="249698"/>
                  <a:pt x="201922" y="259177"/>
                  <a:pt x="207769" y="265023"/>
                </a:cubicBezTo>
                <a:close/>
                <a:moveTo>
                  <a:pt x="106807" y="265023"/>
                </a:moveTo>
                <a:lnTo>
                  <a:pt x="149201" y="307416"/>
                </a:lnTo>
                <a:lnTo>
                  <a:pt x="106807" y="349810"/>
                </a:lnTo>
                <a:cubicBezTo>
                  <a:pt x="100961" y="355657"/>
                  <a:pt x="100961" y="365135"/>
                  <a:pt x="106807" y="370982"/>
                </a:cubicBezTo>
                <a:cubicBezTo>
                  <a:pt x="112656" y="376830"/>
                  <a:pt x="122138" y="376827"/>
                  <a:pt x="127984" y="370976"/>
                </a:cubicBezTo>
                <a:lnTo>
                  <a:pt x="180907" y="318000"/>
                </a:lnTo>
                <a:cubicBezTo>
                  <a:pt x="186747" y="312153"/>
                  <a:pt x="186747" y="302681"/>
                  <a:pt x="180907" y="296834"/>
                </a:cubicBezTo>
                <a:lnTo>
                  <a:pt x="127984" y="243857"/>
                </a:lnTo>
                <a:cubicBezTo>
                  <a:pt x="122138" y="238006"/>
                  <a:pt x="112656" y="238003"/>
                  <a:pt x="106807" y="243852"/>
                </a:cubicBezTo>
                <a:cubicBezTo>
                  <a:pt x="100961" y="249698"/>
                  <a:pt x="100961" y="259177"/>
                  <a:pt x="106807" y="265023"/>
                </a:cubicBezTo>
                <a:close/>
                <a:moveTo>
                  <a:pt x="5846" y="265021"/>
                </a:moveTo>
                <a:lnTo>
                  <a:pt x="48239" y="307415"/>
                </a:lnTo>
                <a:lnTo>
                  <a:pt x="5846" y="349809"/>
                </a:lnTo>
                <a:cubicBezTo>
                  <a:pt x="0" y="355655"/>
                  <a:pt x="0" y="365134"/>
                  <a:pt x="5846" y="370980"/>
                </a:cubicBezTo>
                <a:cubicBezTo>
                  <a:pt x="11694" y="376829"/>
                  <a:pt x="21177" y="376826"/>
                  <a:pt x="27022" y="370975"/>
                </a:cubicBezTo>
                <a:lnTo>
                  <a:pt x="79945" y="317998"/>
                </a:lnTo>
                <a:cubicBezTo>
                  <a:pt x="85785" y="312152"/>
                  <a:pt x="85785" y="302679"/>
                  <a:pt x="79945" y="296832"/>
                </a:cubicBezTo>
                <a:lnTo>
                  <a:pt x="27022" y="243856"/>
                </a:lnTo>
                <a:cubicBezTo>
                  <a:pt x="21177" y="238004"/>
                  <a:pt x="11694" y="238002"/>
                  <a:pt x="5846" y="243850"/>
                </a:cubicBezTo>
                <a:cubicBezTo>
                  <a:pt x="0" y="249696"/>
                  <a:pt x="0" y="259175"/>
                  <a:pt x="5846" y="265021"/>
                </a:cubicBezTo>
                <a:close/>
                <a:moveTo>
                  <a:pt x="389852" y="373730"/>
                </a:moveTo>
                <a:cubicBezTo>
                  <a:pt x="353226" y="373730"/>
                  <a:pt x="323535" y="344039"/>
                  <a:pt x="323535" y="307413"/>
                </a:cubicBezTo>
                <a:cubicBezTo>
                  <a:pt x="323535" y="270787"/>
                  <a:pt x="353226" y="241096"/>
                  <a:pt x="389852" y="241096"/>
                </a:cubicBezTo>
                <a:cubicBezTo>
                  <a:pt x="426478" y="241096"/>
                  <a:pt x="456169" y="270787"/>
                  <a:pt x="456169" y="307413"/>
                </a:cubicBezTo>
                <a:cubicBezTo>
                  <a:pt x="456169" y="344039"/>
                  <a:pt x="426478" y="373730"/>
                  <a:pt x="389852" y="373730"/>
                </a:cubicBezTo>
                <a:close/>
              </a:path>
            </a:pathLst>
          </a:custGeom>
          <a:noFill/>
          <a:ln w="47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87844" y="2730087"/>
            <a:ext cx="1136427" cy="614838"/>
          </a:xfrm>
          <a:custGeom>
            <a:avLst/>
            <a:gdLst/>
            <a:ahLst/>
            <a:cxnLst/>
            <a:rect l="0" t="0" r="0" b="0"/>
            <a:pathLst>
              <a:path w="1136427" h="614838">
                <a:moveTo>
                  <a:pt x="876052" y="25927"/>
                </a:moveTo>
                <a:cubicBezTo>
                  <a:pt x="850153" y="19"/>
                  <a:pt x="808139" y="0"/>
                  <a:pt x="782221" y="25907"/>
                </a:cubicBezTo>
                <a:cubicBezTo>
                  <a:pt x="756323" y="51796"/>
                  <a:pt x="756323" y="93773"/>
                  <a:pt x="782221" y="119672"/>
                </a:cubicBezTo>
                <a:lnTo>
                  <a:pt x="903712" y="241106"/>
                </a:lnTo>
                <a:lnTo>
                  <a:pt x="563089" y="241106"/>
                </a:lnTo>
                <a:cubicBezTo>
                  <a:pt x="526446" y="241106"/>
                  <a:pt x="496738" y="270795"/>
                  <a:pt x="496738" y="307419"/>
                </a:cubicBezTo>
                <a:cubicBezTo>
                  <a:pt x="496738" y="344043"/>
                  <a:pt x="526446" y="373732"/>
                  <a:pt x="563089" y="373732"/>
                </a:cubicBezTo>
                <a:lnTo>
                  <a:pt x="903712" y="373732"/>
                </a:lnTo>
                <a:lnTo>
                  <a:pt x="782221" y="495166"/>
                </a:lnTo>
                <a:cubicBezTo>
                  <a:pt x="756323" y="521065"/>
                  <a:pt x="756323" y="563041"/>
                  <a:pt x="782221" y="588930"/>
                </a:cubicBezTo>
                <a:cubicBezTo>
                  <a:pt x="808139" y="614838"/>
                  <a:pt x="850153" y="614819"/>
                  <a:pt x="876052" y="588911"/>
                </a:cubicBezTo>
                <a:lnTo>
                  <a:pt x="1110548" y="354291"/>
                </a:lnTo>
                <a:cubicBezTo>
                  <a:pt x="1136427" y="328393"/>
                  <a:pt x="1136427" y="286445"/>
                  <a:pt x="1110548" y="260546"/>
                </a:cubicBezTo>
                <a:lnTo>
                  <a:pt x="876052" y="25927"/>
                </a:lnTo>
                <a:moveTo>
                  <a:pt x="207768" y="265023"/>
                </a:moveTo>
                <a:lnTo>
                  <a:pt x="250155" y="307419"/>
                </a:lnTo>
                <a:lnTo>
                  <a:pt x="207768" y="349815"/>
                </a:lnTo>
                <a:cubicBezTo>
                  <a:pt x="201920" y="355663"/>
                  <a:pt x="201920" y="365140"/>
                  <a:pt x="207768" y="370989"/>
                </a:cubicBezTo>
                <a:cubicBezTo>
                  <a:pt x="213617" y="376837"/>
                  <a:pt x="223094" y="376828"/>
                  <a:pt x="228942" y="370979"/>
                </a:cubicBezTo>
                <a:lnTo>
                  <a:pt x="281863" y="318001"/>
                </a:lnTo>
                <a:cubicBezTo>
                  <a:pt x="287702" y="312153"/>
                  <a:pt x="287702" y="302685"/>
                  <a:pt x="281863" y="296837"/>
                </a:cubicBezTo>
                <a:lnTo>
                  <a:pt x="228942" y="243859"/>
                </a:lnTo>
                <a:cubicBezTo>
                  <a:pt x="223094" y="238010"/>
                  <a:pt x="213617" y="238010"/>
                  <a:pt x="207768" y="243859"/>
                </a:cubicBezTo>
                <a:cubicBezTo>
                  <a:pt x="201920" y="249707"/>
                  <a:pt x="201920" y="259184"/>
                  <a:pt x="207768" y="265023"/>
                </a:cubicBezTo>
                <a:moveTo>
                  <a:pt x="106803" y="265023"/>
                </a:moveTo>
                <a:lnTo>
                  <a:pt x="149199" y="307419"/>
                </a:lnTo>
                <a:lnTo>
                  <a:pt x="106803" y="349815"/>
                </a:lnTo>
                <a:cubicBezTo>
                  <a:pt x="100955" y="355663"/>
                  <a:pt x="100955" y="365140"/>
                  <a:pt x="106803" y="370989"/>
                </a:cubicBezTo>
                <a:cubicBezTo>
                  <a:pt x="112652" y="376837"/>
                  <a:pt x="122139" y="376828"/>
                  <a:pt x="127977" y="370979"/>
                </a:cubicBezTo>
                <a:lnTo>
                  <a:pt x="180898" y="318001"/>
                </a:lnTo>
                <a:cubicBezTo>
                  <a:pt x="186747" y="312153"/>
                  <a:pt x="186747" y="302685"/>
                  <a:pt x="180898" y="296837"/>
                </a:cubicBezTo>
                <a:lnTo>
                  <a:pt x="127977" y="243859"/>
                </a:lnTo>
                <a:cubicBezTo>
                  <a:pt x="122139" y="238010"/>
                  <a:pt x="112652" y="238010"/>
                  <a:pt x="106803" y="243859"/>
                </a:cubicBezTo>
                <a:cubicBezTo>
                  <a:pt x="100955" y="249707"/>
                  <a:pt x="100955" y="259184"/>
                  <a:pt x="106803" y="265023"/>
                </a:cubicBezTo>
                <a:moveTo>
                  <a:pt x="5838" y="265023"/>
                </a:moveTo>
                <a:lnTo>
                  <a:pt x="48234" y="307419"/>
                </a:lnTo>
                <a:lnTo>
                  <a:pt x="5838" y="349815"/>
                </a:lnTo>
                <a:cubicBezTo>
                  <a:pt x="0" y="355663"/>
                  <a:pt x="0" y="365140"/>
                  <a:pt x="5838" y="370989"/>
                </a:cubicBezTo>
                <a:cubicBezTo>
                  <a:pt x="11687" y="376837"/>
                  <a:pt x="21174" y="376828"/>
                  <a:pt x="27022" y="370979"/>
                </a:cubicBezTo>
                <a:lnTo>
                  <a:pt x="79943" y="318001"/>
                </a:lnTo>
                <a:cubicBezTo>
                  <a:pt x="85782" y="312153"/>
                  <a:pt x="85782" y="302685"/>
                  <a:pt x="79943" y="296837"/>
                </a:cubicBezTo>
                <a:lnTo>
                  <a:pt x="27022" y="243859"/>
                </a:lnTo>
                <a:cubicBezTo>
                  <a:pt x="21174" y="238010"/>
                  <a:pt x="11687" y="238010"/>
                  <a:pt x="5838" y="243859"/>
                </a:cubicBezTo>
                <a:cubicBezTo>
                  <a:pt x="0" y="249697"/>
                  <a:pt x="0" y="259184"/>
                  <a:pt x="5838" y="265023"/>
                </a:cubicBezTo>
                <a:moveTo>
                  <a:pt x="389848" y="373732"/>
                </a:moveTo>
                <a:cubicBezTo>
                  <a:pt x="353225" y="373732"/>
                  <a:pt x="323535" y="344043"/>
                  <a:pt x="323535" y="307419"/>
                </a:cubicBezTo>
                <a:cubicBezTo>
                  <a:pt x="323535" y="270795"/>
                  <a:pt x="353225" y="241096"/>
                  <a:pt x="389848" y="241096"/>
                </a:cubicBezTo>
                <a:cubicBezTo>
                  <a:pt x="426472" y="241096"/>
                  <a:pt x="456161" y="270795"/>
                  <a:pt x="456161" y="307419"/>
                </a:cubicBezTo>
                <a:cubicBezTo>
                  <a:pt x="456161" y="344043"/>
                  <a:pt x="426472" y="373732"/>
                  <a:pt x="389848" y="37373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87840" y="2730092"/>
            <a:ext cx="1136430" cy="614830"/>
          </a:xfrm>
          <a:custGeom>
            <a:avLst/>
            <a:gdLst/>
            <a:ahLst/>
            <a:cxnLst/>
            <a:rect l="0" t="0" r="0" b="0"/>
            <a:pathLst>
              <a:path w="1136430" h="614830">
                <a:moveTo>
                  <a:pt x="876060" y="25924"/>
                </a:moveTo>
                <a:cubicBezTo>
                  <a:pt x="850160" y="10"/>
                  <a:pt x="808143" y="0"/>
                  <a:pt x="782230" y="25900"/>
                </a:cubicBezTo>
                <a:cubicBezTo>
                  <a:pt x="756327" y="51792"/>
                  <a:pt x="756327" y="93771"/>
                  <a:pt x="782230" y="119663"/>
                </a:cubicBezTo>
                <a:lnTo>
                  <a:pt x="903721" y="241098"/>
                </a:lnTo>
                <a:lnTo>
                  <a:pt x="563094" y="241098"/>
                </a:lnTo>
                <a:cubicBezTo>
                  <a:pt x="526451" y="241098"/>
                  <a:pt x="496747" y="270789"/>
                  <a:pt x="496747" y="307415"/>
                </a:cubicBezTo>
                <a:cubicBezTo>
                  <a:pt x="496747" y="344041"/>
                  <a:pt x="526451" y="373732"/>
                  <a:pt x="563094" y="373732"/>
                </a:cubicBezTo>
                <a:lnTo>
                  <a:pt x="903720" y="373732"/>
                </a:lnTo>
                <a:lnTo>
                  <a:pt x="782230" y="495166"/>
                </a:lnTo>
                <a:cubicBezTo>
                  <a:pt x="756327" y="521058"/>
                  <a:pt x="756327" y="563037"/>
                  <a:pt x="782230" y="588929"/>
                </a:cubicBezTo>
                <a:cubicBezTo>
                  <a:pt x="808143" y="614830"/>
                  <a:pt x="850160" y="614819"/>
                  <a:pt x="876060" y="588905"/>
                </a:cubicBezTo>
                <a:lnTo>
                  <a:pt x="1110551" y="354284"/>
                </a:lnTo>
                <a:cubicBezTo>
                  <a:pt x="1136430" y="328391"/>
                  <a:pt x="1136430" y="286438"/>
                  <a:pt x="1110551" y="260546"/>
                </a:cubicBezTo>
                <a:lnTo>
                  <a:pt x="876060" y="25924"/>
                </a:lnTo>
                <a:close/>
                <a:moveTo>
                  <a:pt x="207769" y="265023"/>
                </a:moveTo>
                <a:lnTo>
                  <a:pt x="250163" y="307416"/>
                </a:lnTo>
                <a:lnTo>
                  <a:pt x="207769" y="349810"/>
                </a:lnTo>
                <a:cubicBezTo>
                  <a:pt x="201922" y="355657"/>
                  <a:pt x="201922" y="365135"/>
                  <a:pt x="207769" y="370982"/>
                </a:cubicBezTo>
                <a:cubicBezTo>
                  <a:pt x="213617" y="376830"/>
                  <a:pt x="223100" y="376827"/>
                  <a:pt x="228946" y="370976"/>
                </a:cubicBezTo>
                <a:lnTo>
                  <a:pt x="281868" y="318000"/>
                </a:lnTo>
                <a:cubicBezTo>
                  <a:pt x="287708" y="312153"/>
                  <a:pt x="287708" y="302681"/>
                  <a:pt x="281868" y="296834"/>
                </a:cubicBezTo>
                <a:lnTo>
                  <a:pt x="228946" y="243857"/>
                </a:lnTo>
                <a:cubicBezTo>
                  <a:pt x="223100" y="238006"/>
                  <a:pt x="213617" y="238003"/>
                  <a:pt x="207769" y="243852"/>
                </a:cubicBezTo>
                <a:cubicBezTo>
                  <a:pt x="201922" y="249698"/>
                  <a:pt x="201922" y="259177"/>
                  <a:pt x="207769" y="265023"/>
                </a:cubicBezTo>
                <a:close/>
                <a:moveTo>
                  <a:pt x="106807" y="265023"/>
                </a:moveTo>
                <a:lnTo>
                  <a:pt x="149201" y="307416"/>
                </a:lnTo>
                <a:lnTo>
                  <a:pt x="106807" y="349810"/>
                </a:lnTo>
                <a:cubicBezTo>
                  <a:pt x="100961" y="355657"/>
                  <a:pt x="100961" y="365135"/>
                  <a:pt x="106807" y="370982"/>
                </a:cubicBezTo>
                <a:cubicBezTo>
                  <a:pt x="112656" y="376830"/>
                  <a:pt x="122138" y="376827"/>
                  <a:pt x="127984" y="370976"/>
                </a:cubicBezTo>
                <a:lnTo>
                  <a:pt x="180907" y="318000"/>
                </a:lnTo>
                <a:cubicBezTo>
                  <a:pt x="186747" y="312153"/>
                  <a:pt x="186747" y="302681"/>
                  <a:pt x="180907" y="296834"/>
                </a:cubicBezTo>
                <a:lnTo>
                  <a:pt x="127984" y="243857"/>
                </a:lnTo>
                <a:cubicBezTo>
                  <a:pt x="122138" y="238006"/>
                  <a:pt x="112656" y="238003"/>
                  <a:pt x="106807" y="243852"/>
                </a:cubicBezTo>
                <a:cubicBezTo>
                  <a:pt x="100961" y="249698"/>
                  <a:pt x="100961" y="259177"/>
                  <a:pt x="106807" y="265023"/>
                </a:cubicBezTo>
                <a:close/>
                <a:moveTo>
                  <a:pt x="5846" y="265021"/>
                </a:moveTo>
                <a:lnTo>
                  <a:pt x="48239" y="307415"/>
                </a:lnTo>
                <a:lnTo>
                  <a:pt x="5846" y="349809"/>
                </a:lnTo>
                <a:cubicBezTo>
                  <a:pt x="0" y="355655"/>
                  <a:pt x="0" y="365134"/>
                  <a:pt x="5846" y="370980"/>
                </a:cubicBezTo>
                <a:cubicBezTo>
                  <a:pt x="11694" y="376829"/>
                  <a:pt x="21177" y="376826"/>
                  <a:pt x="27022" y="370975"/>
                </a:cubicBezTo>
                <a:lnTo>
                  <a:pt x="79945" y="317998"/>
                </a:lnTo>
                <a:cubicBezTo>
                  <a:pt x="85785" y="312152"/>
                  <a:pt x="85785" y="302679"/>
                  <a:pt x="79945" y="296832"/>
                </a:cubicBezTo>
                <a:lnTo>
                  <a:pt x="27022" y="243856"/>
                </a:lnTo>
                <a:cubicBezTo>
                  <a:pt x="21177" y="238004"/>
                  <a:pt x="11694" y="238002"/>
                  <a:pt x="5846" y="243850"/>
                </a:cubicBezTo>
                <a:cubicBezTo>
                  <a:pt x="0" y="249696"/>
                  <a:pt x="0" y="259175"/>
                  <a:pt x="5846" y="265021"/>
                </a:cubicBezTo>
                <a:close/>
                <a:moveTo>
                  <a:pt x="389852" y="373730"/>
                </a:moveTo>
                <a:cubicBezTo>
                  <a:pt x="353226" y="373730"/>
                  <a:pt x="323535" y="344039"/>
                  <a:pt x="323535" y="307413"/>
                </a:cubicBezTo>
                <a:cubicBezTo>
                  <a:pt x="323535" y="270787"/>
                  <a:pt x="353226" y="241096"/>
                  <a:pt x="389852" y="241096"/>
                </a:cubicBezTo>
                <a:cubicBezTo>
                  <a:pt x="426478" y="241096"/>
                  <a:pt x="456169" y="270787"/>
                  <a:pt x="456169" y="307413"/>
                </a:cubicBezTo>
                <a:cubicBezTo>
                  <a:pt x="456169" y="344039"/>
                  <a:pt x="426478" y="373730"/>
                  <a:pt x="389852" y="373730"/>
                </a:cubicBezTo>
                <a:close/>
              </a:path>
            </a:pathLst>
          </a:custGeom>
          <a:noFill/>
          <a:ln w="47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6810" y="2730087"/>
            <a:ext cx="1136427" cy="614838"/>
          </a:xfrm>
          <a:custGeom>
            <a:avLst/>
            <a:gdLst/>
            <a:ahLst/>
            <a:cxnLst/>
            <a:rect l="0" t="0" r="0" b="0"/>
            <a:pathLst>
              <a:path w="1136427" h="614838">
                <a:moveTo>
                  <a:pt x="876052" y="25927"/>
                </a:moveTo>
                <a:cubicBezTo>
                  <a:pt x="850153" y="19"/>
                  <a:pt x="808139" y="0"/>
                  <a:pt x="782231" y="25907"/>
                </a:cubicBezTo>
                <a:cubicBezTo>
                  <a:pt x="756323" y="51796"/>
                  <a:pt x="756323" y="93773"/>
                  <a:pt x="782231" y="119672"/>
                </a:cubicBezTo>
                <a:lnTo>
                  <a:pt x="903712" y="241106"/>
                </a:lnTo>
                <a:lnTo>
                  <a:pt x="563089" y="241106"/>
                </a:lnTo>
                <a:cubicBezTo>
                  <a:pt x="526446" y="241106"/>
                  <a:pt x="496747" y="270795"/>
                  <a:pt x="496747" y="307419"/>
                </a:cubicBezTo>
                <a:cubicBezTo>
                  <a:pt x="496747" y="344043"/>
                  <a:pt x="526446" y="373732"/>
                  <a:pt x="563089" y="373732"/>
                </a:cubicBezTo>
                <a:lnTo>
                  <a:pt x="903712" y="373732"/>
                </a:lnTo>
                <a:lnTo>
                  <a:pt x="782231" y="495166"/>
                </a:lnTo>
                <a:cubicBezTo>
                  <a:pt x="756323" y="521065"/>
                  <a:pt x="756323" y="563041"/>
                  <a:pt x="782231" y="588930"/>
                </a:cubicBezTo>
                <a:cubicBezTo>
                  <a:pt x="808139" y="614838"/>
                  <a:pt x="850153" y="614819"/>
                  <a:pt x="876052" y="588911"/>
                </a:cubicBezTo>
                <a:lnTo>
                  <a:pt x="1110548" y="354291"/>
                </a:lnTo>
                <a:cubicBezTo>
                  <a:pt x="1136427" y="328393"/>
                  <a:pt x="1136427" y="286445"/>
                  <a:pt x="1110548" y="260546"/>
                </a:cubicBezTo>
                <a:lnTo>
                  <a:pt x="876052" y="25927"/>
                </a:lnTo>
                <a:moveTo>
                  <a:pt x="207768" y="265023"/>
                </a:moveTo>
                <a:lnTo>
                  <a:pt x="250155" y="307419"/>
                </a:lnTo>
                <a:lnTo>
                  <a:pt x="207768" y="349815"/>
                </a:lnTo>
                <a:cubicBezTo>
                  <a:pt x="201920" y="355663"/>
                  <a:pt x="201920" y="365140"/>
                  <a:pt x="207768" y="370989"/>
                </a:cubicBezTo>
                <a:cubicBezTo>
                  <a:pt x="213617" y="376837"/>
                  <a:pt x="223094" y="376828"/>
                  <a:pt x="228942" y="370979"/>
                </a:cubicBezTo>
                <a:lnTo>
                  <a:pt x="281863" y="318001"/>
                </a:lnTo>
                <a:cubicBezTo>
                  <a:pt x="287702" y="312153"/>
                  <a:pt x="287702" y="302685"/>
                  <a:pt x="281863" y="296837"/>
                </a:cubicBezTo>
                <a:lnTo>
                  <a:pt x="228942" y="243859"/>
                </a:lnTo>
                <a:cubicBezTo>
                  <a:pt x="223094" y="238010"/>
                  <a:pt x="213617" y="238010"/>
                  <a:pt x="207768" y="243859"/>
                </a:cubicBezTo>
                <a:cubicBezTo>
                  <a:pt x="201920" y="249707"/>
                  <a:pt x="201920" y="259184"/>
                  <a:pt x="207768" y="265023"/>
                </a:cubicBezTo>
                <a:moveTo>
                  <a:pt x="106803" y="265023"/>
                </a:moveTo>
                <a:lnTo>
                  <a:pt x="149199" y="307419"/>
                </a:lnTo>
                <a:lnTo>
                  <a:pt x="106803" y="349815"/>
                </a:lnTo>
                <a:cubicBezTo>
                  <a:pt x="100955" y="355663"/>
                  <a:pt x="100955" y="365140"/>
                  <a:pt x="106803" y="370989"/>
                </a:cubicBezTo>
                <a:cubicBezTo>
                  <a:pt x="112652" y="376837"/>
                  <a:pt x="122139" y="376828"/>
                  <a:pt x="127977" y="370979"/>
                </a:cubicBezTo>
                <a:lnTo>
                  <a:pt x="180898" y="318001"/>
                </a:lnTo>
                <a:cubicBezTo>
                  <a:pt x="186747" y="312153"/>
                  <a:pt x="186747" y="302685"/>
                  <a:pt x="180898" y="296837"/>
                </a:cubicBezTo>
                <a:lnTo>
                  <a:pt x="127977" y="243859"/>
                </a:lnTo>
                <a:cubicBezTo>
                  <a:pt x="122139" y="238010"/>
                  <a:pt x="112652" y="238010"/>
                  <a:pt x="106803" y="243859"/>
                </a:cubicBezTo>
                <a:cubicBezTo>
                  <a:pt x="100955" y="249707"/>
                  <a:pt x="100955" y="259184"/>
                  <a:pt x="106803" y="265023"/>
                </a:cubicBezTo>
                <a:moveTo>
                  <a:pt x="5838" y="265023"/>
                </a:moveTo>
                <a:lnTo>
                  <a:pt x="48234" y="307419"/>
                </a:lnTo>
                <a:lnTo>
                  <a:pt x="5838" y="349815"/>
                </a:lnTo>
                <a:cubicBezTo>
                  <a:pt x="0" y="355663"/>
                  <a:pt x="0" y="365140"/>
                  <a:pt x="5838" y="370989"/>
                </a:cubicBezTo>
                <a:cubicBezTo>
                  <a:pt x="11687" y="376837"/>
                  <a:pt x="21174" y="376828"/>
                  <a:pt x="27022" y="370979"/>
                </a:cubicBezTo>
                <a:lnTo>
                  <a:pt x="79943" y="318001"/>
                </a:lnTo>
                <a:cubicBezTo>
                  <a:pt x="85782" y="312153"/>
                  <a:pt x="85782" y="302685"/>
                  <a:pt x="79943" y="296837"/>
                </a:cubicBezTo>
                <a:lnTo>
                  <a:pt x="27022" y="243859"/>
                </a:lnTo>
                <a:cubicBezTo>
                  <a:pt x="21174" y="238010"/>
                  <a:pt x="11687" y="238010"/>
                  <a:pt x="5838" y="243859"/>
                </a:cubicBezTo>
                <a:cubicBezTo>
                  <a:pt x="0" y="249697"/>
                  <a:pt x="0" y="259184"/>
                  <a:pt x="5838" y="265023"/>
                </a:cubicBezTo>
                <a:moveTo>
                  <a:pt x="389848" y="373732"/>
                </a:moveTo>
                <a:cubicBezTo>
                  <a:pt x="353225" y="373732"/>
                  <a:pt x="323535" y="344043"/>
                  <a:pt x="323535" y="307419"/>
                </a:cubicBezTo>
                <a:cubicBezTo>
                  <a:pt x="323535" y="270795"/>
                  <a:pt x="353225" y="241096"/>
                  <a:pt x="389848" y="241096"/>
                </a:cubicBezTo>
                <a:cubicBezTo>
                  <a:pt x="426472" y="241096"/>
                  <a:pt x="456161" y="270795"/>
                  <a:pt x="456161" y="307419"/>
                </a:cubicBezTo>
                <a:cubicBezTo>
                  <a:pt x="456161" y="344043"/>
                  <a:pt x="426472" y="373732"/>
                  <a:pt x="389848" y="37373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6806" y="2730092"/>
            <a:ext cx="1136430" cy="614830"/>
          </a:xfrm>
          <a:custGeom>
            <a:avLst/>
            <a:gdLst/>
            <a:ahLst/>
            <a:cxnLst/>
            <a:rect l="0" t="0" r="0" b="0"/>
            <a:pathLst>
              <a:path w="1136430" h="614830">
                <a:moveTo>
                  <a:pt x="876060" y="25924"/>
                </a:moveTo>
                <a:cubicBezTo>
                  <a:pt x="850160" y="10"/>
                  <a:pt x="808143" y="0"/>
                  <a:pt x="782230" y="25900"/>
                </a:cubicBezTo>
                <a:cubicBezTo>
                  <a:pt x="756327" y="51792"/>
                  <a:pt x="756327" y="93771"/>
                  <a:pt x="782230" y="119663"/>
                </a:cubicBezTo>
                <a:lnTo>
                  <a:pt x="903721" y="241098"/>
                </a:lnTo>
                <a:lnTo>
                  <a:pt x="563094" y="241098"/>
                </a:lnTo>
                <a:cubicBezTo>
                  <a:pt x="526451" y="241098"/>
                  <a:pt x="496747" y="270789"/>
                  <a:pt x="496747" y="307415"/>
                </a:cubicBezTo>
                <a:cubicBezTo>
                  <a:pt x="496747" y="344041"/>
                  <a:pt x="526451" y="373732"/>
                  <a:pt x="563094" y="373732"/>
                </a:cubicBezTo>
                <a:lnTo>
                  <a:pt x="903720" y="373732"/>
                </a:lnTo>
                <a:lnTo>
                  <a:pt x="782230" y="495166"/>
                </a:lnTo>
                <a:cubicBezTo>
                  <a:pt x="756327" y="521058"/>
                  <a:pt x="756327" y="563037"/>
                  <a:pt x="782230" y="588929"/>
                </a:cubicBezTo>
                <a:cubicBezTo>
                  <a:pt x="808143" y="614830"/>
                  <a:pt x="850160" y="614819"/>
                  <a:pt x="876060" y="588905"/>
                </a:cubicBezTo>
                <a:lnTo>
                  <a:pt x="1110551" y="354284"/>
                </a:lnTo>
                <a:cubicBezTo>
                  <a:pt x="1136430" y="328391"/>
                  <a:pt x="1136430" y="286438"/>
                  <a:pt x="1110551" y="260546"/>
                </a:cubicBezTo>
                <a:lnTo>
                  <a:pt x="876060" y="25924"/>
                </a:lnTo>
                <a:close/>
                <a:moveTo>
                  <a:pt x="207769" y="265023"/>
                </a:moveTo>
                <a:lnTo>
                  <a:pt x="250163" y="307416"/>
                </a:lnTo>
                <a:lnTo>
                  <a:pt x="207769" y="349810"/>
                </a:lnTo>
                <a:cubicBezTo>
                  <a:pt x="201922" y="355657"/>
                  <a:pt x="201922" y="365135"/>
                  <a:pt x="207769" y="370982"/>
                </a:cubicBezTo>
                <a:cubicBezTo>
                  <a:pt x="213617" y="376830"/>
                  <a:pt x="223100" y="376827"/>
                  <a:pt x="228946" y="370976"/>
                </a:cubicBezTo>
                <a:lnTo>
                  <a:pt x="281868" y="318000"/>
                </a:lnTo>
                <a:cubicBezTo>
                  <a:pt x="287708" y="312153"/>
                  <a:pt x="287708" y="302681"/>
                  <a:pt x="281868" y="296834"/>
                </a:cubicBezTo>
                <a:lnTo>
                  <a:pt x="228946" y="243857"/>
                </a:lnTo>
                <a:cubicBezTo>
                  <a:pt x="223100" y="238006"/>
                  <a:pt x="213617" y="238003"/>
                  <a:pt x="207769" y="243852"/>
                </a:cubicBezTo>
                <a:cubicBezTo>
                  <a:pt x="201922" y="249698"/>
                  <a:pt x="201922" y="259177"/>
                  <a:pt x="207769" y="265023"/>
                </a:cubicBezTo>
                <a:close/>
                <a:moveTo>
                  <a:pt x="106807" y="265023"/>
                </a:moveTo>
                <a:lnTo>
                  <a:pt x="149201" y="307416"/>
                </a:lnTo>
                <a:lnTo>
                  <a:pt x="106807" y="349810"/>
                </a:lnTo>
                <a:cubicBezTo>
                  <a:pt x="100961" y="355657"/>
                  <a:pt x="100961" y="365135"/>
                  <a:pt x="106807" y="370982"/>
                </a:cubicBezTo>
                <a:cubicBezTo>
                  <a:pt x="112656" y="376830"/>
                  <a:pt x="122138" y="376827"/>
                  <a:pt x="127984" y="370976"/>
                </a:cubicBezTo>
                <a:lnTo>
                  <a:pt x="180907" y="318000"/>
                </a:lnTo>
                <a:cubicBezTo>
                  <a:pt x="186747" y="312153"/>
                  <a:pt x="186747" y="302681"/>
                  <a:pt x="180907" y="296834"/>
                </a:cubicBezTo>
                <a:lnTo>
                  <a:pt x="127984" y="243857"/>
                </a:lnTo>
                <a:cubicBezTo>
                  <a:pt x="122138" y="238006"/>
                  <a:pt x="112656" y="238003"/>
                  <a:pt x="106807" y="243852"/>
                </a:cubicBezTo>
                <a:cubicBezTo>
                  <a:pt x="100961" y="249698"/>
                  <a:pt x="100961" y="259177"/>
                  <a:pt x="106807" y="265023"/>
                </a:cubicBezTo>
                <a:close/>
                <a:moveTo>
                  <a:pt x="5846" y="265021"/>
                </a:moveTo>
                <a:lnTo>
                  <a:pt x="48239" y="307415"/>
                </a:lnTo>
                <a:lnTo>
                  <a:pt x="5846" y="349809"/>
                </a:lnTo>
                <a:cubicBezTo>
                  <a:pt x="0" y="355655"/>
                  <a:pt x="0" y="365134"/>
                  <a:pt x="5846" y="370980"/>
                </a:cubicBezTo>
                <a:cubicBezTo>
                  <a:pt x="11694" y="376829"/>
                  <a:pt x="21177" y="376826"/>
                  <a:pt x="27022" y="370975"/>
                </a:cubicBezTo>
                <a:lnTo>
                  <a:pt x="79945" y="317998"/>
                </a:lnTo>
                <a:cubicBezTo>
                  <a:pt x="85785" y="312152"/>
                  <a:pt x="85785" y="302679"/>
                  <a:pt x="79945" y="296832"/>
                </a:cubicBezTo>
                <a:lnTo>
                  <a:pt x="27022" y="243856"/>
                </a:lnTo>
                <a:cubicBezTo>
                  <a:pt x="21177" y="238004"/>
                  <a:pt x="11694" y="238002"/>
                  <a:pt x="5846" y="243850"/>
                </a:cubicBezTo>
                <a:cubicBezTo>
                  <a:pt x="0" y="249696"/>
                  <a:pt x="0" y="259175"/>
                  <a:pt x="5846" y="265021"/>
                </a:cubicBezTo>
                <a:close/>
                <a:moveTo>
                  <a:pt x="389852" y="373730"/>
                </a:moveTo>
                <a:cubicBezTo>
                  <a:pt x="353226" y="373730"/>
                  <a:pt x="323535" y="344039"/>
                  <a:pt x="323535" y="307413"/>
                </a:cubicBezTo>
                <a:cubicBezTo>
                  <a:pt x="323535" y="270787"/>
                  <a:pt x="353226" y="241096"/>
                  <a:pt x="389852" y="241096"/>
                </a:cubicBezTo>
                <a:cubicBezTo>
                  <a:pt x="426478" y="241096"/>
                  <a:pt x="456169" y="270787"/>
                  <a:pt x="456169" y="307413"/>
                </a:cubicBezTo>
                <a:cubicBezTo>
                  <a:pt x="456169" y="344039"/>
                  <a:pt x="426478" y="373730"/>
                  <a:pt x="389852" y="373730"/>
                </a:cubicBezTo>
                <a:close/>
              </a:path>
            </a:pathLst>
          </a:custGeom>
          <a:noFill/>
          <a:ln w="47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776" y="2730087"/>
            <a:ext cx="1136427" cy="614838"/>
          </a:xfrm>
          <a:custGeom>
            <a:avLst/>
            <a:gdLst/>
            <a:ahLst/>
            <a:cxnLst/>
            <a:rect l="0" t="0" r="0" b="0"/>
            <a:pathLst>
              <a:path w="1136427" h="614838">
                <a:moveTo>
                  <a:pt x="876052" y="25927"/>
                </a:moveTo>
                <a:cubicBezTo>
                  <a:pt x="850153" y="19"/>
                  <a:pt x="808139" y="0"/>
                  <a:pt x="782231" y="25907"/>
                </a:cubicBezTo>
                <a:cubicBezTo>
                  <a:pt x="756323" y="51796"/>
                  <a:pt x="756323" y="93773"/>
                  <a:pt x="782231" y="119672"/>
                </a:cubicBezTo>
                <a:lnTo>
                  <a:pt x="903712" y="241106"/>
                </a:lnTo>
                <a:lnTo>
                  <a:pt x="563089" y="241106"/>
                </a:lnTo>
                <a:cubicBezTo>
                  <a:pt x="526446" y="241106"/>
                  <a:pt x="496747" y="270795"/>
                  <a:pt x="496747" y="307419"/>
                </a:cubicBezTo>
                <a:cubicBezTo>
                  <a:pt x="496747" y="344043"/>
                  <a:pt x="526446" y="373732"/>
                  <a:pt x="563089" y="373732"/>
                </a:cubicBezTo>
                <a:lnTo>
                  <a:pt x="903712" y="373732"/>
                </a:lnTo>
                <a:lnTo>
                  <a:pt x="782231" y="495166"/>
                </a:lnTo>
                <a:cubicBezTo>
                  <a:pt x="756323" y="521065"/>
                  <a:pt x="756323" y="563041"/>
                  <a:pt x="782231" y="588930"/>
                </a:cubicBezTo>
                <a:cubicBezTo>
                  <a:pt x="808139" y="614838"/>
                  <a:pt x="850153" y="614819"/>
                  <a:pt x="876052" y="588911"/>
                </a:cubicBezTo>
                <a:lnTo>
                  <a:pt x="1110548" y="354291"/>
                </a:lnTo>
                <a:cubicBezTo>
                  <a:pt x="1136427" y="328393"/>
                  <a:pt x="1136427" y="286445"/>
                  <a:pt x="1110548" y="260546"/>
                </a:cubicBezTo>
                <a:lnTo>
                  <a:pt x="876052" y="25927"/>
                </a:lnTo>
                <a:moveTo>
                  <a:pt x="207768" y="265023"/>
                </a:moveTo>
                <a:lnTo>
                  <a:pt x="250155" y="307419"/>
                </a:lnTo>
                <a:lnTo>
                  <a:pt x="207768" y="349815"/>
                </a:lnTo>
                <a:cubicBezTo>
                  <a:pt x="201920" y="355663"/>
                  <a:pt x="201920" y="365140"/>
                  <a:pt x="207768" y="370989"/>
                </a:cubicBezTo>
                <a:cubicBezTo>
                  <a:pt x="213617" y="376837"/>
                  <a:pt x="223094" y="376828"/>
                  <a:pt x="228942" y="370979"/>
                </a:cubicBezTo>
                <a:lnTo>
                  <a:pt x="281863" y="318001"/>
                </a:lnTo>
                <a:cubicBezTo>
                  <a:pt x="287702" y="312153"/>
                  <a:pt x="287702" y="302685"/>
                  <a:pt x="281863" y="296837"/>
                </a:cubicBezTo>
                <a:lnTo>
                  <a:pt x="228942" y="243859"/>
                </a:lnTo>
                <a:cubicBezTo>
                  <a:pt x="223094" y="238010"/>
                  <a:pt x="213617" y="238010"/>
                  <a:pt x="207768" y="243859"/>
                </a:cubicBezTo>
                <a:cubicBezTo>
                  <a:pt x="201920" y="249707"/>
                  <a:pt x="201920" y="259184"/>
                  <a:pt x="207768" y="265023"/>
                </a:cubicBezTo>
                <a:moveTo>
                  <a:pt x="106803" y="265023"/>
                </a:moveTo>
                <a:lnTo>
                  <a:pt x="149199" y="307419"/>
                </a:lnTo>
                <a:lnTo>
                  <a:pt x="106803" y="349815"/>
                </a:lnTo>
                <a:cubicBezTo>
                  <a:pt x="100955" y="355663"/>
                  <a:pt x="100955" y="365140"/>
                  <a:pt x="106803" y="370989"/>
                </a:cubicBezTo>
                <a:cubicBezTo>
                  <a:pt x="112652" y="376837"/>
                  <a:pt x="122139" y="376828"/>
                  <a:pt x="127977" y="370979"/>
                </a:cubicBezTo>
                <a:lnTo>
                  <a:pt x="180898" y="318001"/>
                </a:lnTo>
                <a:cubicBezTo>
                  <a:pt x="186747" y="312153"/>
                  <a:pt x="186747" y="302685"/>
                  <a:pt x="180898" y="296837"/>
                </a:cubicBezTo>
                <a:lnTo>
                  <a:pt x="127977" y="243859"/>
                </a:lnTo>
                <a:cubicBezTo>
                  <a:pt x="122139" y="238010"/>
                  <a:pt x="112652" y="238010"/>
                  <a:pt x="106803" y="243859"/>
                </a:cubicBezTo>
                <a:cubicBezTo>
                  <a:pt x="100955" y="249707"/>
                  <a:pt x="100955" y="259184"/>
                  <a:pt x="106803" y="265023"/>
                </a:cubicBezTo>
                <a:moveTo>
                  <a:pt x="5838" y="265023"/>
                </a:moveTo>
                <a:lnTo>
                  <a:pt x="48234" y="307419"/>
                </a:lnTo>
                <a:lnTo>
                  <a:pt x="5838" y="349815"/>
                </a:lnTo>
                <a:cubicBezTo>
                  <a:pt x="0" y="355663"/>
                  <a:pt x="0" y="365140"/>
                  <a:pt x="5838" y="370989"/>
                </a:cubicBezTo>
                <a:cubicBezTo>
                  <a:pt x="11687" y="376837"/>
                  <a:pt x="21174" y="376828"/>
                  <a:pt x="27022" y="370979"/>
                </a:cubicBezTo>
                <a:lnTo>
                  <a:pt x="79943" y="318001"/>
                </a:lnTo>
                <a:cubicBezTo>
                  <a:pt x="85782" y="312153"/>
                  <a:pt x="85782" y="302685"/>
                  <a:pt x="79943" y="296837"/>
                </a:cubicBezTo>
                <a:lnTo>
                  <a:pt x="27022" y="243859"/>
                </a:lnTo>
                <a:cubicBezTo>
                  <a:pt x="21174" y="238010"/>
                  <a:pt x="11687" y="238010"/>
                  <a:pt x="5838" y="243859"/>
                </a:cubicBezTo>
                <a:cubicBezTo>
                  <a:pt x="0" y="249697"/>
                  <a:pt x="0" y="259184"/>
                  <a:pt x="5838" y="265023"/>
                </a:cubicBezTo>
                <a:moveTo>
                  <a:pt x="389848" y="373732"/>
                </a:moveTo>
                <a:cubicBezTo>
                  <a:pt x="353225" y="373732"/>
                  <a:pt x="323535" y="344043"/>
                  <a:pt x="323535" y="307419"/>
                </a:cubicBezTo>
                <a:cubicBezTo>
                  <a:pt x="323535" y="270795"/>
                  <a:pt x="353225" y="241096"/>
                  <a:pt x="389848" y="241096"/>
                </a:cubicBezTo>
                <a:cubicBezTo>
                  <a:pt x="426472" y="241096"/>
                  <a:pt x="456161" y="270795"/>
                  <a:pt x="456161" y="307419"/>
                </a:cubicBezTo>
                <a:cubicBezTo>
                  <a:pt x="456161" y="344043"/>
                  <a:pt x="426472" y="373732"/>
                  <a:pt x="389848" y="37373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5772" y="2730092"/>
            <a:ext cx="1136430" cy="614830"/>
          </a:xfrm>
          <a:custGeom>
            <a:avLst/>
            <a:gdLst/>
            <a:ahLst/>
            <a:cxnLst/>
            <a:rect l="0" t="0" r="0" b="0"/>
            <a:pathLst>
              <a:path w="1136430" h="614830">
                <a:moveTo>
                  <a:pt x="876060" y="25924"/>
                </a:moveTo>
                <a:cubicBezTo>
                  <a:pt x="850160" y="10"/>
                  <a:pt x="808143" y="0"/>
                  <a:pt x="782230" y="25900"/>
                </a:cubicBezTo>
                <a:cubicBezTo>
                  <a:pt x="756327" y="51792"/>
                  <a:pt x="756327" y="93771"/>
                  <a:pt x="782230" y="119663"/>
                </a:cubicBezTo>
                <a:lnTo>
                  <a:pt x="903721" y="241098"/>
                </a:lnTo>
                <a:lnTo>
                  <a:pt x="563094" y="241098"/>
                </a:lnTo>
                <a:cubicBezTo>
                  <a:pt x="526451" y="241098"/>
                  <a:pt x="496747" y="270789"/>
                  <a:pt x="496747" y="307415"/>
                </a:cubicBezTo>
                <a:cubicBezTo>
                  <a:pt x="496747" y="344041"/>
                  <a:pt x="526451" y="373732"/>
                  <a:pt x="563094" y="373732"/>
                </a:cubicBezTo>
                <a:lnTo>
                  <a:pt x="903720" y="373732"/>
                </a:lnTo>
                <a:lnTo>
                  <a:pt x="782230" y="495166"/>
                </a:lnTo>
                <a:cubicBezTo>
                  <a:pt x="756327" y="521058"/>
                  <a:pt x="756327" y="563037"/>
                  <a:pt x="782230" y="588929"/>
                </a:cubicBezTo>
                <a:cubicBezTo>
                  <a:pt x="808143" y="614830"/>
                  <a:pt x="850160" y="614819"/>
                  <a:pt x="876060" y="588905"/>
                </a:cubicBezTo>
                <a:lnTo>
                  <a:pt x="1110551" y="354284"/>
                </a:lnTo>
                <a:cubicBezTo>
                  <a:pt x="1136430" y="328391"/>
                  <a:pt x="1136430" y="286438"/>
                  <a:pt x="1110551" y="260546"/>
                </a:cubicBezTo>
                <a:lnTo>
                  <a:pt x="876060" y="25924"/>
                </a:lnTo>
                <a:close/>
                <a:moveTo>
                  <a:pt x="207769" y="265023"/>
                </a:moveTo>
                <a:lnTo>
                  <a:pt x="250163" y="307416"/>
                </a:lnTo>
                <a:lnTo>
                  <a:pt x="207769" y="349810"/>
                </a:lnTo>
                <a:cubicBezTo>
                  <a:pt x="201922" y="355657"/>
                  <a:pt x="201922" y="365135"/>
                  <a:pt x="207769" y="370982"/>
                </a:cubicBezTo>
                <a:cubicBezTo>
                  <a:pt x="213617" y="376830"/>
                  <a:pt x="223100" y="376827"/>
                  <a:pt x="228946" y="370976"/>
                </a:cubicBezTo>
                <a:lnTo>
                  <a:pt x="281868" y="318000"/>
                </a:lnTo>
                <a:cubicBezTo>
                  <a:pt x="287708" y="312153"/>
                  <a:pt x="287708" y="302681"/>
                  <a:pt x="281868" y="296834"/>
                </a:cubicBezTo>
                <a:lnTo>
                  <a:pt x="228946" y="243857"/>
                </a:lnTo>
                <a:cubicBezTo>
                  <a:pt x="223100" y="238006"/>
                  <a:pt x="213617" y="238003"/>
                  <a:pt x="207769" y="243852"/>
                </a:cubicBezTo>
                <a:cubicBezTo>
                  <a:pt x="201922" y="249698"/>
                  <a:pt x="201922" y="259177"/>
                  <a:pt x="207769" y="265023"/>
                </a:cubicBezTo>
                <a:close/>
                <a:moveTo>
                  <a:pt x="106807" y="265023"/>
                </a:moveTo>
                <a:lnTo>
                  <a:pt x="149201" y="307416"/>
                </a:lnTo>
                <a:lnTo>
                  <a:pt x="106807" y="349810"/>
                </a:lnTo>
                <a:cubicBezTo>
                  <a:pt x="100961" y="355657"/>
                  <a:pt x="100961" y="365135"/>
                  <a:pt x="106807" y="370982"/>
                </a:cubicBezTo>
                <a:cubicBezTo>
                  <a:pt x="112656" y="376830"/>
                  <a:pt x="122138" y="376827"/>
                  <a:pt x="127984" y="370976"/>
                </a:cubicBezTo>
                <a:lnTo>
                  <a:pt x="180907" y="318000"/>
                </a:lnTo>
                <a:cubicBezTo>
                  <a:pt x="186747" y="312153"/>
                  <a:pt x="186747" y="302681"/>
                  <a:pt x="180907" y="296834"/>
                </a:cubicBezTo>
                <a:lnTo>
                  <a:pt x="127984" y="243857"/>
                </a:lnTo>
                <a:cubicBezTo>
                  <a:pt x="122138" y="238006"/>
                  <a:pt x="112656" y="238003"/>
                  <a:pt x="106807" y="243852"/>
                </a:cubicBezTo>
                <a:cubicBezTo>
                  <a:pt x="100961" y="249698"/>
                  <a:pt x="100961" y="259177"/>
                  <a:pt x="106807" y="265023"/>
                </a:cubicBezTo>
                <a:close/>
                <a:moveTo>
                  <a:pt x="5846" y="265021"/>
                </a:moveTo>
                <a:lnTo>
                  <a:pt x="48239" y="307415"/>
                </a:lnTo>
                <a:lnTo>
                  <a:pt x="5846" y="349809"/>
                </a:lnTo>
                <a:cubicBezTo>
                  <a:pt x="0" y="355655"/>
                  <a:pt x="0" y="365134"/>
                  <a:pt x="5846" y="370980"/>
                </a:cubicBezTo>
                <a:cubicBezTo>
                  <a:pt x="11694" y="376829"/>
                  <a:pt x="21177" y="376826"/>
                  <a:pt x="27022" y="370975"/>
                </a:cubicBezTo>
                <a:lnTo>
                  <a:pt x="79945" y="317998"/>
                </a:lnTo>
                <a:cubicBezTo>
                  <a:pt x="85785" y="312152"/>
                  <a:pt x="85785" y="302679"/>
                  <a:pt x="79945" y="296832"/>
                </a:cubicBezTo>
                <a:lnTo>
                  <a:pt x="27022" y="243856"/>
                </a:lnTo>
                <a:cubicBezTo>
                  <a:pt x="21177" y="238004"/>
                  <a:pt x="11694" y="238002"/>
                  <a:pt x="5846" y="243850"/>
                </a:cubicBezTo>
                <a:cubicBezTo>
                  <a:pt x="0" y="249696"/>
                  <a:pt x="0" y="259175"/>
                  <a:pt x="5846" y="265021"/>
                </a:cubicBezTo>
                <a:close/>
                <a:moveTo>
                  <a:pt x="389852" y="373730"/>
                </a:moveTo>
                <a:cubicBezTo>
                  <a:pt x="353226" y="373730"/>
                  <a:pt x="323535" y="344039"/>
                  <a:pt x="323535" y="307413"/>
                </a:cubicBezTo>
                <a:cubicBezTo>
                  <a:pt x="323535" y="270787"/>
                  <a:pt x="353226" y="241096"/>
                  <a:pt x="389852" y="241096"/>
                </a:cubicBezTo>
                <a:cubicBezTo>
                  <a:pt x="426478" y="241096"/>
                  <a:pt x="456169" y="270787"/>
                  <a:pt x="456169" y="307413"/>
                </a:cubicBezTo>
                <a:cubicBezTo>
                  <a:pt x="456169" y="344039"/>
                  <a:pt x="426478" y="373730"/>
                  <a:pt x="389852" y="373730"/>
                </a:cubicBezTo>
                <a:close/>
              </a:path>
            </a:pathLst>
          </a:custGeom>
          <a:noFill/>
          <a:ln w="47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24741" y="2730087"/>
            <a:ext cx="1136427" cy="614838"/>
          </a:xfrm>
          <a:custGeom>
            <a:avLst/>
            <a:gdLst/>
            <a:ahLst/>
            <a:cxnLst/>
            <a:rect l="0" t="0" r="0" b="0"/>
            <a:pathLst>
              <a:path w="1136427" h="614838">
                <a:moveTo>
                  <a:pt x="876052" y="25927"/>
                </a:moveTo>
                <a:cubicBezTo>
                  <a:pt x="850153" y="19"/>
                  <a:pt x="808139" y="0"/>
                  <a:pt x="782221" y="25907"/>
                </a:cubicBezTo>
                <a:cubicBezTo>
                  <a:pt x="756323" y="51796"/>
                  <a:pt x="756323" y="93773"/>
                  <a:pt x="782221" y="119672"/>
                </a:cubicBezTo>
                <a:lnTo>
                  <a:pt x="903712" y="241106"/>
                </a:lnTo>
                <a:lnTo>
                  <a:pt x="563089" y="241106"/>
                </a:lnTo>
                <a:cubicBezTo>
                  <a:pt x="526446" y="241106"/>
                  <a:pt x="496738" y="270795"/>
                  <a:pt x="496738" y="307419"/>
                </a:cubicBezTo>
                <a:cubicBezTo>
                  <a:pt x="496738" y="344043"/>
                  <a:pt x="526446" y="373732"/>
                  <a:pt x="563089" y="373732"/>
                </a:cubicBezTo>
                <a:lnTo>
                  <a:pt x="903712" y="373732"/>
                </a:lnTo>
                <a:lnTo>
                  <a:pt x="782221" y="495166"/>
                </a:lnTo>
                <a:cubicBezTo>
                  <a:pt x="756323" y="521065"/>
                  <a:pt x="756323" y="563041"/>
                  <a:pt x="782221" y="588930"/>
                </a:cubicBezTo>
                <a:cubicBezTo>
                  <a:pt x="808139" y="614838"/>
                  <a:pt x="850153" y="614819"/>
                  <a:pt x="876052" y="588911"/>
                </a:cubicBezTo>
                <a:lnTo>
                  <a:pt x="1110548" y="354291"/>
                </a:lnTo>
                <a:cubicBezTo>
                  <a:pt x="1136427" y="328393"/>
                  <a:pt x="1136427" y="286445"/>
                  <a:pt x="1110548" y="260546"/>
                </a:cubicBezTo>
                <a:lnTo>
                  <a:pt x="876052" y="25927"/>
                </a:lnTo>
                <a:moveTo>
                  <a:pt x="207768" y="265023"/>
                </a:moveTo>
                <a:lnTo>
                  <a:pt x="250155" y="307419"/>
                </a:lnTo>
                <a:lnTo>
                  <a:pt x="207768" y="349815"/>
                </a:lnTo>
                <a:cubicBezTo>
                  <a:pt x="201920" y="355663"/>
                  <a:pt x="201920" y="365140"/>
                  <a:pt x="207768" y="370989"/>
                </a:cubicBezTo>
                <a:cubicBezTo>
                  <a:pt x="213617" y="376837"/>
                  <a:pt x="223094" y="376828"/>
                  <a:pt x="228942" y="370979"/>
                </a:cubicBezTo>
                <a:lnTo>
                  <a:pt x="281863" y="318001"/>
                </a:lnTo>
                <a:cubicBezTo>
                  <a:pt x="287702" y="312153"/>
                  <a:pt x="287702" y="302685"/>
                  <a:pt x="281863" y="296837"/>
                </a:cubicBezTo>
                <a:lnTo>
                  <a:pt x="228942" y="243859"/>
                </a:lnTo>
                <a:cubicBezTo>
                  <a:pt x="223094" y="238010"/>
                  <a:pt x="213617" y="238010"/>
                  <a:pt x="207768" y="243859"/>
                </a:cubicBezTo>
                <a:cubicBezTo>
                  <a:pt x="201920" y="249707"/>
                  <a:pt x="201920" y="259184"/>
                  <a:pt x="207768" y="265023"/>
                </a:cubicBezTo>
                <a:moveTo>
                  <a:pt x="106803" y="265023"/>
                </a:moveTo>
                <a:lnTo>
                  <a:pt x="149199" y="307419"/>
                </a:lnTo>
                <a:lnTo>
                  <a:pt x="106803" y="349815"/>
                </a:lnTo>
                <a:cubicBezTo>
                  <a:pt x="100955" y="355663"/>
                  <a:pt x="100955" y="365140"/>
                  <a:pt x="106803" y="370989"/>
                </a:cubicBezTo>
                <a:cubicBezTo>
                  <a:pt x="112652" y="376837"/>
                  <a:pt x="122129" y="376828"/>
                  <a:pt x="127977" y="370979"/>
                </a:cubicBezTo>
                <a:lnTo>
                  <a:pt x="180898" y="318001"/>
                </a:lnTo>
                <a:cubicBezTo>
                  <a:pt x="186747" y="312153"/>
                  <a:pt x="186747" y="302685"/>
                  <a:pt x="180898" y="296837"/>
                </a:cubicBezTo>
                <a:lnTo>
                  <a:pt x="127977" y="243859"/>
                </a:lnTo>
                <a:cubicBezTo>
                  <a:pt x="122129" y="238010"/>
                  <a:pt x="112652" y="238010"/>
                  <a:pt x="106803" y="243859"/>
                </a:cubicBezTo>
                <a:cubicBezTo>
                  <a:pt x="100955" y="249707"/>
                  <a:pt x="100955" y="259184"/>
                  <a:pt x="106803" y="265023"/>
                </a:cubicBezTo>
                <a:moveTo>
                  <a:pt x="5838" y="265023"/>
                </a:moveTo>
                <a:lnTo>
                  <a:pt x="48234" y="307419"/>
                </a:lnTo>
                <a:lnTo>
                  <a:pt x="5838" y="349815"/>
                </a:lnTo>
                <a:cubicBezTo>
                  <a:pt x="0" y="355663"/>
                  <a:pt x="0" y="365140"/>
                  <a:pt x="5838" y="370989"/>
                </a:cubicBezTo>
                <a:cubicBezTo>
                  <a:pt x="11687" y="376837"/>
                  <a:pt x="21174" y="376828"/>
                  <a:pt x="27022" y="370979"/>
                </a:cubicBezTo>
                <a:lnTo>
                  <a:pt x="79943" y="318001"/>
                </a:lnTo>
                <a:cubicBezTo>
                  <a:pt x="85782" y="312153"/>
                  <a:pt x="85782" y="302685"/>
                  <a:pt x="79943" y="296837"/>
                </a:cubicBezTo>
                <a:lnTo>
                  <a:pt x="27022" y="243859"/>
                </a:lnTo>
                <a:cubicBezTo>
                  <a:pt x="21174" y="238010"/>
                  <a:pt x="11687" y="238010"/>
                  <a:pt x="5838" y="243859"/>
                </a:cubicBezTo>
                <a:cubicBezTo>
                  <a:pt x="0" y="249697"/>
                  <a:pt x="0" y="259184"/>
                  <a:pt x="5838" y="265023"/>
                </a:cubicBezTo>
                <a:moveTo>
                  <a:pt x="389848" y="373732"/>
                </a:moveTo>
                <a:cubicBezTo>
                  <a:pt x="353225" y="373732"/>
                  <a:pt x="323535" y="344043"/>
                  <a:pt x="323535" y="307419"/>
                </a:cubicBezTo>
                <a:cubicBezTo>
                  <a:pt x="323535" y="270795"/>
                  <a:pt x="353225" y="241096"/>
                  <a:pt x="389848" y="241096"/>
                </a:cubicBezTo>
                <a:cubicBezTo>
                  <a:pt x="426472" y="241096"/>
                  <a:pt x="456161" y="270795"/>
                  <a:pt x="456161" y="307419"/>
                </a:cubicBezTo>
                <a:cubicBezTo>
                  <a:pt x="456161" y="344043"/>
                  <a:pt x="426472" y="373732"/>
                  <a:pt x="389848" y="37373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24737" y="2730092"/>
            <a:ext cx="1136430" cy="614830"/>
          </a:xfrm>
          <a:custGeom>
            <a:avLst/>
            <a:gdLst/>
            <a:ahLst/>
            <a:cxnLst/>
            <a:rect l="0" t="0" r="0" b="0"/>
            <a:pathLst>
              <a:path w="1136430" h="614830">
                <a:moveTo>
                  <a:pt x="876060" y="25924"/>
                </a:moveTo>
                <a:cubicBezTo>
                  <a:pt x="850160" y="10"/>
                  <a:pt x="808143" y="0"/>
                  <a:pt x="782230" y="25900"/>
                </a:cubicBezTo>
                <a:cubicBezTo>
                  <a:pt x="756327" y="51792"/>
                  <a:pt x="756327" y="93771"/>
                  <a:pt x="782230" y="119663"/>
                </a:cubicBezTo>
                <a:lnTo>
                  <a:pt x="903721" y="241098"/>
                </a:lnTo>
                <a:lnTo>
                  <a:pt x="563094" y="241098"/>
                </a:lnTo>
                <a:cubicBezTo>
                  <a:pt x="526451" y="241098"/>
                  <a:pt x="496747" y="270789"/>
                  <a:pt x="496747" y="307415"/>
                </a:cubicBezTo>
                <a:cubicBezTo>
                  <a:pt x="496747" y="344041"/>
                  <a:pt x="526451" y="373732"/>
                  <a:pt x="563094" y="373732"/>
                </a:cubicBezTo>
                <a:lnTo>
                  <a:pt x="903720" y="373732"/>
                </a:lnTo>
                <a:lnTo>
                  <a:pt x="782230" y="495166"/>
                </a:lnTo>
                <a:cubicBezTo>
                  <a:pt x="756327" y="521058"/>
                  <a:pt x="756327" y="563037"/>
                  <a:pt x="782230" y="588929"/>
                </a:cubicBezTo>
                <a:cubicBezTo>
                  <a:pt x="808143" y="614830"/>
                  <a:pt x="850160" y="614819"/>
                  <a:pt x="876060" y="588905"/>
                </a:cubicBezTo>
                <a:lnTo>
                  <a:pt x="1110551" y="354284"/>
                </a:lnTo>
                <a:cubicBezTo>
                  <a:pt x="1136430" y="328391"/>
                  <a:pt x="1136430" y="286438"/>
                  <a:pt x="1110551" y="260546"/>
                </a:cubicBezTo>
                <a:lnTo>
                  <a:pt x="876060" y="25924"/>
                </a:lnTo>
                <a:close/>
                <a:moveTo>
                  <a:pt x="207769" y="265023"/>
                </a:moveTo>
                <a:lnTo>
                  <a:pt x="250163" y="307416"/>
                </a:lnTo>
                <a:lnTo>
                  <a:pt x="207769" y="349810"/>
                </a:lnTo>
                <a:cubicBezTo>
                  <a:pt x="201922" y="355657"/>
                  <a:pt x="201922" y="365135"/>
                  <a:pt x="207769" y="370982"/>
                </a:cubicBezTo>
                <a:cubicBezTo>
                  <a:pt x="213617" y="376830"/>
                  <a:pt x="223100" y="376827"/>
                  <a:pt x="228946" y="370976"/>
                </a:cubicBezTo>
                <a:lnTo>
                  <a:pt x="281868" y="318000"/>
                </a:lnTo>
                <a:cubicBezTo>
                  <a:pt x="287708" y="312153"/>
                  <a:pt x="287708" y="302681"/>
                  <a:pt x="281868" y="296834"/>
                </a:cubicBezTo>
                <a:lnTo>
                  <a:pt x="228946" y="243857"/>
                </a:lnTo>
                <a:cubicBezTo>
                  <a:pt x="223100" y="238006"/>
                  <a:pt x="213617" y="238003"/>
                  <a:pt x="207769" y="243852"/>
                </a:cubicBezTo>
                <a:cubicBezTo>
                  <a:pt x="201922" y="249698"/>
                  <a:pt x="201922" y="259177"/>
                  <a:pt x="207769" y="265023"/>
                </a:cubicBezTo>
                <a:close/>
                <a:moveTo>
                  <a:pt x="106807" y="265023"/>
                </a:moveTo>
                <a:lnTo>
                  <a:pt x="149201" y="307416"/>
                </a:lnTo>
                <a:lnTo>
                  <a:pt x="106807" y="349810"/>
                </a:lnTo>
                <a:cubicBezTo>
                  <a:pt x="100961" y="355657"/>
                  <a:pt x="100961" y="365135"/>
                  <a:pt x="106807" y="370982"/>
                </a:cubicBezTo>
                <a:cubicBezTo>
                  <a:pt x="112656" y="376830"/>
                  <a:pt x="122138" y="376827"/>
                  <a:pt x="127984" y="370976"/>
                </a:cubicBezTo>
                <a:lnTo>
                  <a:pt x="180907" y="318000"/>
                </a:lnTo>
                <a:cubicBezTo>
                  <a:pt x="186747" y="312153"/>
                  <a:pt x="186747" y="302681"/>
                  <a:pt x="180907" y="296834"/>
                </a:cubicBezTo>
                <a:lnTo>
                  <a:pt x="127984" y="243857"/>
                </a:lnTo>
                <a:cubicBezTo>
                  <a:pt x="122138" y="238006"/>
                  <a:pt x="112656" y="238003"/>
                  <a:pt x="106807" y="243852"/>
                </a:cubicBezTo>
                <a:cubicBezTo>
                  <a:pt x="100961" y="249698"/>
                  <a:pt x="100961" y="259177"/>
                  <a:pt x="106807" y="265023"/>
                </a:cubicBezTo>
                <a:close/>
                <a:moveTo>
                  <a:pt x="5846" y="265021"/>
                </a:moveTo>
                <a:lnTo>
                  <a:pt x="48239" y="307415"/>
                </a:lnTo>
                <a:lnTo>
                  <a:pt x="5846" y="349809"/>
                </a:lnTo>
                <a:cubicBezTo>
                  <a:pt x="0" y="355655"/>
                  <a:pt x="0" y="365134"/>
                  <a:pt x="5846" y="370980"/>
                </a:cubicBezTo>
                <a:cubicBezTo>
                  <a:pt x="11694" y="376829"/>
                  <a:pt x="21177" y="376826"/>
                  <a:pt x="27022" y="370975"/>
                </a:cubicBezTo>
                <a:lnTo>
                  <a:pt x="79945" y="317998"/>
                </a:lnTo>
                <a:cubicBezTo>
                  <a:pt x="85785" y="312152"/>
                  <a:pt x="85785" y="302679"/>
                  <a:pt x="79945" y="296832"/>
                </a:cubicBezTo>
                <a:lnTo>
                  <a:pt x="27022" y="243856"/>
                </a:lnTo>
                <a:cubicBezTo>
                  <a:pt x="21177" y="238004"/>
                  <a:pt x="11694" y="238002"/>
                  <a:pt x="5846" y="243850"/>
                </a:cubicBezTo>
                <a:cubicBezTo>
                  <a:pt x="0" y="249696"/>
                  <a:pt x="0" y="259175"/>
                  <a:pt x="5846" y="265021"/>
                </a:cubicBezTo>
                <a:close/>
                <a:moveTo>
                  <a:pt x="389852" y="373730"/>
                </a:moveTo>
                <a:cubicBezTo>
                  <a:pt x="353226" y="373730"/>
                  <a:pt x="323535" y="344039"/>
                  <a:pt x="323535" y="307413"/>
                </a:cubicBezTo>
                <a:cubicBezTo>
                  <a:pt x="323535" y="270787"/>
                  <a:pt x="353226" y="241096"/>
                  <a:pt x="389852" y="241096"/>
                </a:cubicBezTo>
                <a:cubicBezTo>
                  <a:pt x="426478" y="241096"/>
                  <a:pt x="456169" y="270787"/>
                  <a:pt x="456169" y="307413"/>
                </a:cubicBezTo>
                <a:cubicBezTo>
                  <a:pt x="456169" y="344039"/>
                  <a:pt x="426478" y="373730"/>
                  <a:pt x="389852" y="373730"/>
                </a:cubicBezTo>
                <a:close/>
              </a:path>
            </a:pathLst>
          </a:custGeom>
          <a:noFill/>
          <a:ln w="47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03706" y="2730087"/>
            <a:ext cx="1136427" cy="614838"/>
          </a:xfrm>
          <a:custGeom>
            <a:avLst/>
            <a:gdLst/>
            <a:ahLst/>
            <a:cxnLst/>
            <a:rect l="0" t="0" r="0" b="0"/>
            <a:pathLst>
              <a:path w="1136427" h="614838">
                <a:moveTo>
                  <a:pt x="876052" y="25927"/>
                </a:moveTo>
                <a:cubicBezTo>
                  <a:pt x="850153" y="19"/>
                  <a:pt x="808139" y="0"/>
                  <a:pt x="782221" y="25907"/>
                </a:cubicBezTo>
                <a:cubicBezTo>
                  <a:pt x="756323" y="51796"/>
                  <a:pt x="756323" y="93773"/>
                  <a:pt x="782221" y="119672"/>
                </a:cubicBezTo>
                <a:lnTo>
                  <a:pt x="903712" y="241106"/>
                </a:lnTo>
                <a:lnTo>
                  <a:pt x="563089" y="241106"/>
                </a:lnTo>
                <a:cubicBezTo>
                  <a:pt x="526446" y="241106"/>
                  <a:pt x="496738" y="270795"/>
                  <a:pt x="496738" y="307419"/>
                </a:cubicBezTo>
                <a:cubicBezTo>
                  <a:pt x="496738" y="344043"/>
                  <a:pt x="526446" y="373732"/>
                  <a:pt x="563089" y="373732"/>
                </a:cubicBezTo>
                <a:lnTo>
                  <a:pt x="903712" y="373732"/>
                </a:lnTo>
                <a:lnTo>
                  <a:pt x="782221" y="495166"/>
                </a:lnTo>
                <a:cubicBezTo>
                  <a:pt x="756323" y="521065"/>
                  <a:pt x="756323" y="563041"/>
                  <a:pt x="782221" y="588930"/>
                </a:cubicBezTo>
                <a:cubicBezTo>
                  <a:pt x="808139" y="614838"/>
                  <a:pt x="850153" y="614819"/>
                  <a:pt x="876052" y="588911"/>
                </a:cubicBezTo>
                <a:lnTo>
                  <a:pt x="1110548" y="354291"/>
                </a:lnTo>
                <a:cubicBezTo>
                  <a:pt x="1136427" y="328393"/>
                  <a:pt x="1136427" y="286445"/>
                  <a:pt x="1110548" y="260546"/>
                </a:cubicBezTo>
                <a:lnTo>
                  <a:pt x="876052" y="25927"/>
                </a:lnTo>
                <a:moveTo>
                  <a:pt x="207768" y="265023"/>
                </a:moveTo>
                <a:lnTo>
                  <a:pt x="250155" y="307419"/>
                </a:lnTo>
                <a:lnTo>
                  <a:pt x="207768" y="349815"/>
                </a:lnTo>
                <a:cubicBezTo>
                  <a:pt x="201920" y="355663"/>
                  <a:pt x="201920" y="365140"/>
                  <a:pt x="207768" y="370989"/>
                </a:cubicBezTo>
                <a:cubicBezTo>
                  <a:pt x="213617" y="376837"/>
                  <a:pt x="223094" y="376828"/>
                  <a:pt x="228942" y="370979"/>
                </a:cubicBezTo>
                <a:lnTo>
                  <a:pt x="281863" y="318001"/>
                </a:lnTo>
                <a:cubicBezTo>
                  <a:pt x="287702" y="312153"/>
                  <a:pt x="287702" y="302685"/>
                  <a:pt x="281863" y="296837"/>
                </a:cubicBezTo>
                <a:lnTo>
                  <a:pt x="228942" y="243859"/>
                </a:lnTo>
                <a:cubicBezTo>
                  <a:pt x="223094" y="238010"/>
                  <a:pt x="213617" y="238010"/>
                  <a:pt x="207768" y="243859"/>
                </a:cubicBezTo>
                <a:cubicBezTo>
                  <a:pt x="201920" y="249707"/>
                  <a:pt x="201920" y="259184"/>
                  <a:pt x="207768" y="265023"/>
                </a:cubicBezTo>
                <a:moveTo>
                  <a:pt x="106803" y="265023"/>
                </a:moveTo>
                <a:lnTo>
                  <a:pt x="149199" y="307419"/>
                </a:lnTo>
                <a:lnTo>
                  <a:pt x="106803" y="349815"/>
                </a:lnTo>
                <a:cubicBezTo>
                  <a:pt x="100955" y="355663"/>
                  <a:pt x="100955" y="365140"/>
                  <a:pt x="106803" y="370989"/>
                </a:cubicBezTo>
                <a:cubicBezTo>
                  <a:pt x="112652" y="376837"/>
                  <a:pt x="122129" y="376828"/>
                  <a:pt x="127977" y="370979"/>
                </a:cubicBezTo>
                <a:lnTo>
                  <a:pt x="180898" y="318001"/>
                </a:lnTo>
                <a:cubicBezTo>
                  <a:pt x="186747" y="312153"/>
                  <a:pt x="186747" y="302685"/>
                  <a:pt x="180898" y="296837"/>
                </a:cubicBezTo>
                <a:lnTo>
                  <a:pt x="127977" y="243859"/>
                </a:lnTo>
                <a:cubicBezTo>
                  <a:pt x="122129" y="238010"/>
                  <a:pt x="112652" y="238010"/>
                  <a:pt x="106803" y="243859"/>
                </a:cubicBezTo>
                <a:cubicBezTo>
                  <a:pt x="100955" y="249707"/>
                  <a:pt x="100955" y="259184"/>
                  <a:pt x="106803" y="265023"/>
                </a:cubicBezTo>
                <a:moveTo>
                  <a:pt x="5838" y="265023"/>
                </a:moveTo>
                <a:lnTo>
                  <a:pt x="48234" y="307419"/>
                </a:lnTo>
                <a:lnTo>
                  <a:pt x="5838" y="349815"/>
                </a:lnTo>
                <a:cubicBezTo>
                  <a:pt x="0" y="355663"/>
                  <a:pt x="0" y="365140"/>
                  <a:pt x="5838" y="370989"/>
                </a:cubicBezTo>
                <a:cubicBezTo>
                  <a:pt x="11687" y="376837"/>
                  <a:pt x="21174" y="376828"/>
                  <a:pt x="27022" y="370979"/>
                </a:cubicBezTo>
                <a:lnTo>
                  <a:pt x="79943" y="318001"/>
                </a:lnTo>
                <a:cubicBezTo>
                  <a:pt x="85782" y="312153"/>
                  <a:pt x="85782" y="302685"/>
                  <a:pt x="79943" y="296837"/>
                </a:cubicBezTo>
                <a:lnTo>
                  <a:pt x="27022" y="243859"/>
                </a:lnTo>
                <a:cubicBezTo>
                  <a:pt x="21174" y="238010"/>
                  <a:pt x="11687" y="238010"/>
                  <a:pt x="5838" y="243859"/>
                </a:cubicBezTo>
                <a:cubicBezTo>
                  <a:pt x="0" y="249697"/>
                  <a:pt x="0" y="259184"/>
                  <a:pt x="5838" y="265023"/>
                </a:cubicBezTo>
                <a:moveTo>
                  <a:pt x="389848" y="373732"/>
                </a:moveTo>
                <a:cubicBezTo>
                  <a:pt x="353225" y="373732"/>
                  <a:pt x="323535" y="344043"/>
                  <a:pt x="323535" y="307419"/>
                </a:cubicBezTo>
                <a:cubicBezTo>
                  <a:pt x="323535" y="270795"/>
                  <a:pt x="353225" y="241096"/>
                  <a:pt x="389848" y="241096"/>
                </a:cubicBezTo>
                <a:cubicBezTo>
                  <a:pt x="426472" y="241096"/>
                  <a:pt x="456161" y="270795"/>
                  <a:pt x="456161" y="307419"/>
                </a:cubicBezTo>
                <a:cubicBezTo>
                  <a:pt x="456161" y="344043"/>
                  <a:pt x="426472" y="373732"/>
                  <a:pt x="389848" y="37373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03702" y="2730092"/>
            <a:ext cx="1136430" cy="614830"/>
          </a:xfrm>
          <a:custGeom>
            <a:avLst/>
            <a:gdLst/>
            <a:ahLst/>
            <a:cxnLst/>
            <a:rect l="0" t="0" r="0" b="0"/>
            <a:pathLst>
              <a:path w="1136430" h="614830">
                <a:moveTo>
                  <a:pt x="876060" y="25924"/>
                </a:moveTo>
                <a:cubicBezTo>
                  <a:pt x="850160" y="10"/>
                  <a:pt x="808143" y="0"/>
                  <a:pt x="782230" y="25900"/>
                </a:cubicBezTo>
                <a:cubicBezTo>
                  <a:pt x="756327" y="51792"/>
                  <a:pt x="756327" y="93771"/>
                  <a:pt x="782230" y="119663"/>
                </a:cubicBezTo>
                <a:lnTo>
                  <a:pt x="903721" y="241098"/>
                </a:lnTo>
                <a:lnTo>
                  <a:pt x="563094" y="241098"/>
                </a:lnTo>
                <a:cubicBezTo>
                  <a:pt x="526451" y="241098"/>
                  <a:pt x="496747" y="270789"/>
                  <a:pt x="496747" y="307415"/>
                </a:cubicBezTo>
                <a:cubicBezTo>
                  <a:pt x="496747" y="344041"/>
                  <a:pt x="526451" y="373732"/>
                  <a:pt x="563094" y="373732"/>
                </a:cubicBezTo>
                <a:lnTo>
                  <a:pt x="903720" y="373732"/>
                </a:lnTo>
                <a:lnTo>
                  <a:pt x="782230" y="495166"/>
                </a:lnTo>
                <a:cubicBezTo>
                  <a:pt x="756327" y="521058"/>
                  <a:pt x="756327" y="563037"/>
                  <a:pt x="782230" y="588929"/>
                </a:cubicBezTo>
                <a:cubicBezTo>
                  <a:pt x="808143" y="614830"/>
                  <a:pt x="850160" y="614819"/>
                  <a:pt x="876060" y="588905"/>
                </a:cubicBezTo>
                <a:lnTo>
                  <a:pt x="1110551" y="354284"/>
                </a:lnTo>
                <a:cubicBezTo>
                  <a:pt x="1136430" y="328391"/>
                  <a:pt x="1136430" y="286438"/>
                  <a:pt x="1110551" y="260546"/>
                </a:cubicBezTo>
                <a:lnTo>
                  <a:pt x="876060" y="25924"/>
                </a:lnTo>
                <a:close/>
                <a:moveTo>
                  <a:pt x="207769" y="265023"/>
                </a:moveTo>
                <a:lnTo>
                  <a:pt x="250163" y="307416"/>
                </a:lnTo>
                <a:lnTo>
                  <a:pt x="207769" y="349810"/>
                </a:lnTo>
                <a:cubicBezTo>
                  <a:pt x="201922" y="355657"/>
                  <a:pt x="201922" y="365135"/>
                  <a:pt x="207769" y="370982"/>
                </a:cubicBezTo>
                <a:cubicBezTo>
                  <a:pt x="213617" y="376830"/>
                  <a:pt x="223100" y="376827"/>
                  <a:pt x="228946" y="370976"/>
                </a:cubicBezTo>
                <a:lnTo>
                  <a:pt x="281868" y="318000"/>
                </a:lnTo>
                <a:cubicBezTo>
                  <a:pt x="287708" y="312153"/>
                  <a:pt x="287708" y="302681"/>
                  <a:pt x="281868" y="296834"/>
                </a:cubicBezTo>
                <a:lnTo>
                  <a:pt x="228946" y="243857"/>
                </a:lnTo>
                <a:cubicBezTo>
                  <a:pt x="223100" y="238006"/>
                  <a:pt x="213617" y="238003"/>
                  <a:pt x="207769" y="243852"/>
                </a:cubicBezTo>
                <a:cubicBezTo>
                  <a:pt x="201922" y="249698"/>
                  <a:pt x="201922" y="259177"/>
                  <a:pt x="207769" y="265023"/>
                </a:cubicBezTo>
                <a:close/>
                <a:moveTo>
                  <a:pt x="106807" y="265023"/>
                </a:moveTo>
                <a:lnTo>
                  <a:pt x="149201" y="307416"/>
                </a:lnTo>
                <a:lnTo>
                  <a:pt x="106807" y="349810"/>
                </a:lnTo>
                <a:cubicBezTo>
                  <a:pt x="100961" y="355657"/>
                  <a:pt x="100961" y="365135"/>
                  <a:pt x="106807" y="370982"/>
                </a:cubicBezTo>
                <a:cubicBezTo>
                  <a:pt x="112656" y="376830"/>
                  <a:pt x="122138" y="376827"/>
                  <a:pt x="127984" y="370976"/>
                </a:cubicBezTo>
                <a:lnTo>
                  <a:pt x="180907" y="318000"/>
                </a:lnTo>
                <a:cubicBezTo>
                  <a:pt x="186747" y="312153"/>
                  <a:pt x="186747" y="302681"/>
                  <a:pt x="180907" y="296834"/>
                </a:cubicBezTo>
                <a:lnTo>
                  <a:pt x="127984" y="243857"/>
                </a:lnTo>
                <a:cubicBezTo>
                  <a:pt x="122138" y="238006"/>
                  <a:pt x="112656" y="238003"/>
                  <a:pt x="106807" y="243852"/>
                </a:cubicBezTo>
                <a:cubicBezTo>
                  <a:pt x="100961" y="249698"/>
                  <a:pt x="100961" y="259177"/>
                  <a:pt x="106807" y="265023"/>
                </a:cubicBezTo>
                <a:close/>
                <a:moveTo>
                  <a:pt x="5846" y="265021"/>
                </a:moveTo>
                <a:lnTo>
                  <a:pt x="48239" y="307415"/>
                </a:lnTo>
                <a:lnTo>
                  <a:pt x="5846" y="349809"/>
                </a:lnTo>
                <a:cubicBezTo>
                  <a:pt x="0" y="355655"/>
                  <a:pt x="0" y="365134"/>
                  <a:pt x="5846" y="370980"/>
                </a:cubicBezTo>
                <a:cubicBezTo>
                  <a:pt x="11694" y="376829"/>
                  <a:pt x="21177" y="376826"/>
                  <a:pt x="27022" y="370975"/>
                </a:cubicBezTo>
                <a:lnTo>
                  <a:pt x="79945" y="317998"/>
                </a:lnTo>
                <a:cubicBezTo>
                  <a:pt x="85785" y="312152"/>
                  <a:pt x="85785" y="302679"/>
                  <a:pt x="79945" y="296832"/>
                </a:cubicBezTo>
                <a:lnTo>
                  <a:pt x="27022" y="243856"/>
                </a:lnTo>
                <a:cubicBezTo>
                  <a:pt x="21177" y="238004"/>
                  <a:pt x="11694" y="238002"/>
                  <a:pt x="5846" y="243850"/>
                </a:cubicBezTo>
                <a:cubicBezTo>
                  <a:pt x="0" y="249696"/>
                  <a:pt x="0" y="259175"/>
                  <a:pt x="5846" y="265021"/>
                </a:cubicBezTo>
                <a:close/>
                <a:moveTo>
                  <a:pt x="389852" y="373730"/>
                </a:moveTo>
                <a:cubicBezTo>
                  <a:pt x="353226" y="373730"/>
                  <a:pt x="323535" y="344039"/>
                  <a:pt x="323535" y="307413"/>
                </a:cubicBezTo>
                <a:cubicBezTo>
                  <a:pt x="323535" y="270787"/>
                  <a:pt x="353226" y="241096"/>
                  <a:pt x="389852" y="241096"/>
                </a:cubicBezTo>
                <a:cubicBezTo>
                  <a:pt x="426478" y="241096"/>
                  <a:pt x="456169" y="270787"/>
                  <a:pt x="456169" y="307413"/>
                </a:cubicBezTo>
                <a:cubicBezTo>
                  <a:pt x="456169" y="344039"/>
                  <a:pt x="426478" y="373730"/>
                  <a:pt x="389852" y="373730"/>
                </a:cubicBezTo>
                <a:close/>
              </a:path>
            </a:pathLst>
          </a:custGeom>
          <a:noFill/>
          <a:ln w="47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Group 22"/>
          <p:cNvGrpSpPr/>
          <p:nvPr/>
        </p:nvGrpSpPr>
        <p:grpSpPr>
          <a:xfrm>
            <a:off x="5908157" y="2021892"/>
            <a:ext cx="813492" cy="338469"/>
            <a:chOff x="5908157" y="2017130"/>
            <a:chExt cx="813492" cy="338469"/>
          </a:xfrm>
        </p:grpSpPr>
        <p:sp>
          <p:nvSpPr>
            <p:cNvPr id="20" name="TextBox 19"/>
            <p:cNvSpPr txBox="1"/>
            <p:nvPr/>
          </p:nvSpPr>
          <p:spPr>
            <a:xfrm>
              <a:off x="5908157" y="2017130"/>
              <a:ext cx="813492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The system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908157" y="2130001"/>
              <a:ext cx="813492" cy="112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performs AI image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08157" y="2242777"/>
              <a:ext cx="813492" cy="112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generation.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358189" y="1909061"/>
            <a:ext cx="797566" cy="451283"/>
            <a:chOff x="3358189" y="1904299"/>
            <a:chExt cx="797566" cy="451283"/>
          </a:xfrm>
        </p:grpSpPr>
        <p:sp>
          <p:nvSpPr>
            <p:cNvPr id="24" name="TextBox 23"/>
            <p:cNvSpPr txBox="1"/>
            <p:nvPr/>
          </p:nvSpPr>
          <p:spPr>
            <a:xfrm>
              <a:off x="3358189" y="1904299"/>
              <a:ext cx="797566" cy="112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The system gener-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358189" y="2017075"/>
              <a:ext cx="797566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ates a detailed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358189" y="2129946"/>
              <a:ext cx="797566" cy="112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fashion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58189" y="2242722"/>
              <a:ext cx="797566" cy="112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specification.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07849" y="2021932"/>
            <a:ext cx="782393" cy="338469"/>
            <a:chOff x="807849" y="2017170"/>
            <a:chExt cx="782393" cy="338469"/>
          </a:xfrm>
        </p:grpSpPr>
        <p:sp>
          <p:nvSpPr>
            <p:cNvPr id="29" name="TextBox 28"/>
            <p:cNvSpPr txBox="1"/>
            <p:nvPr/>
          </p:nvSpPr>
          <p:spPr>
            <a:xfrm>
              <a:off x="807849" y="2017170"/>
              <a:ext cx="782393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The user provides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07849" y="2130041"/>
              <a:ext cx="782393" cy="112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an initial input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7849" y="2242817"/>
              <a:ext cx="782393" cy="112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prompt.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7518754" y="1992077"/>
            <a:ext cx="148467" cy="360492"/>
          </a:xfrm>
          <a:custGeom>
            <a:avLst/>
            <a:gdLst/>
            <a:ahLst/>
            <a:cxnLst/>
            <a:rect l="0" t="0" r="0" b="0"/>
            <a:pathLst>
              <a:path w="148467" h="360492">
                <a:moveTo>
                  <a:pt x="77936" y="360492"/>
                </a:moveTo>
                <a:lnTo>
                  <a:pt x="77936" y="305635"/>
                </a:lnTo>
                <a:moveTo>
                  <a:pt x="109283" y="31347"/>
                </a:moveTo>
                <a:cubicBezTo>
                  <a:pt x="109283" y="14034"/>
                  <a:pt x="95249" y="0"/>
                  <a:pt x="77936" y="0"/>
                </a:cubicBezTo>
                <a:cubicBezTo>
                  <a:pt x="60624" y="0"/>
                  <a:pt x="46589" y="14034"/>
                  <a:pt x="46589" y="31347"/>
                </a:cubicBezTo>
                <a:cubicBezTo>
                  <a:pt x="46589" y="48659"/>
                  <a:pt x="60624" y="62694"/>
                  <a:pt x="77936" y="62694"/>
                </a:cubicBezTo>
                <a:lnTo>
                  <a:pt x="77936" y="94041"/>
                </a:lnTo>
                <a:moveTo>
                  <a:pt x="7405" y="360492"/>
                </a:moveTo>
                <a:lnTo>
                  <a:pt x="148467" y="360492"/>
                </a:lnTo>
                <a:moveTo>
                  <a:pt x="1762" y="156735"/>
                </a:moveTo>
                <a:lnTo>
                  <a:pt x="54426" y="156735"/>
                </a:lnTo>
                <a:moveTo>
                  <a:pt x="70099" y="250777"/>
                </a:moveTo>
                <a:lnTo>
                  <a:pt x="14928" y="250777"/>
                </a:lnTo>
                <a:moveTo>
                  <a:pt x="136399" y="113947"/>
                </a:moveTo>
                <a:cubicBezTo>
                  <a:pt x="124538" y="101380"/>
                  <a:pt x="108067" y="94192"/>
                  <a:pt x="90788" y="94041"/>
                </a:cubicBezTo>
                <a:lnTo>
                  <a:pt x="65711" y="94041"/>
                </a:lnTo>
                <a:cubicBezTo>
                  <a:pt x="47157" y="93794"/>
                  <a:pt x="29448" y="101778"/>
                  <a:pt x="17348" y="115845"/>
                </a:cubicBezTo>
                <a:cubicBezTo>
                  <a:pt x="5247" y="129911"/>
                  <a:pt x="0" y="148615"/>
                  <a:pt x="3016" y="166923"/>
                </a:cubicBezTo>
                <a:lnTo>
                  <a:pt x="15398" y="251404"/>
                </a:lnTo>
                <a:cubicBezTo>
                  <a:pt x="20104" y="282446"/>
                  <a:pt x="46697" y="305449"/>
                  <a:pt x="78093" y="305635"/>
                </a:cubicBezTo>
                <a:cubicBezTo>
                  <a:pt x="85257" y="305590"/>
                  <a:pt x="92361" y="304318"/>
                  <a:pt x="99095" y="301873"/>
                </a:cubicBezTo>
                <a:cubicBezTo>
                  <a:pt x="99252" y="292469"/>
                  <a:pt x="136399" y="113947"/>
                  <a:pt x="136399" y="113947"/>
                </a:cubicBezTo>
                <a:close/>
              </a:path>
            </a:pathLst>
          </a:custGeom>
          <a:noFill/>
          <a:ln w="47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55691" y="1992077"/>
            <a:ext cx="360492" cy="360492"/>
          </a:xfrm>
          <a:custGeom>
            <a:avLst/>
            <a:gdLst/>
            <a:ahLst/>
            <a:cxnLst/>
            <a:rect l="0" t="0" r="0" b="0"/>
            <a:pathLst>
              <a:path w="360492" h="360492">
                <a:moveTo>
                  <a:pt x="0" y="180246"/>
                </a:moveTo>
                <a:cubicBezTo>
                  <a:pt x="0" y="279793"/>
                  <a:pt x="80699" y="360492"/>
                  <a:pt x="180246" y="360492"/>
                </a:cubicBezTo>
                <a:cubicBezTo>
                  <a:pt x="279793" y="360492"/>
                  <a:pt x="360492" y="279793"/>
                  <a:pt x="360492" y="180246"/>
                </a:cubicBezTo>
                <a:cubicBezTo>
                  <a:pt x="360492" y="80699"/>
                  <a:pt x="279793" y="0"/>
                  <a:pt x="180246" y="0"/>
                </a:cubicBezTo>
                <a:cubicBezTo>
                  <a:pt x="80699" y="0"/>
                  <a:pt x="0" y="80699"/>
                  <a:pt x="0" y="180246"/>
                </a:cubicBezTo>
                <a:close/>
                <a:moveTo>
                  <a:pt x="189431" y="227831"/>
                </a:moveTo>
                <a:lnTo>
                  <a:pt x="156171" y="194572"/>
                </a:lnTo>
                <a:moveTo>
                  <a:pt x="84355" y="332891"/>
                </a:moveTo>
                <a:lnTo>
                  <a:pt x="222674" y="194572"/>
                </a:lnTo>
                <a:cubicBezTo>
                  <a:pt x="228793" y="188451"/>
                  <a:pt x="228793" y="178530"/>
                  <a:pt x="222674" y="172409"/>
                </a:cubicBezTo>
                <a:lnTo>
                  <a:pt x="211593" y="161328"/>
                </a:lnTo>
                <a:cubicBezTo>
                  <a:pt x="205473" y="155209"/>
                  <a:pt x="195551" y="155209"/>
                  <a:pt x="189431" y="161328"/>
                </a:cubicBezTo>
                <a:lnTo>
                  <a:pt x="48023" y="302735"/>
                </a:lnTo>
                <a:moveTo>
                  <a:pt x="109715" y="141062"/>
                </a:moveTo>
                <a:lnTo>
                  <a:pt x="109715" y="109715"/>
                </a:lnTo>
                <a:moveTo>
                  <a:pt x="125388" y="125388"/>
                </a:moveTo>
                <a:lnTo>
                  <a:pt x="94041" y="125388"/>
                </a:lnTo>
                <a:moveTo>
                  <a:pt x="188083" y="109715"/>
                </a:moveTo>
                <a:lnTo>
                  <a:pt x="188083" y="78367"/>
                </a:lnTo>
                <a:moveTo>
                  <a:pt x="203756" y="94041"/>
                </a:moveTo>
                <a:lnTo>
                  <a:pt x="172409" y="94041"/>
                </a:lnTo>
                <a:moveTo>
                  <a:pt x="282124" y="180246"/>
                </a:moveTo>
                <a:lnTo>
                  <a:pt x="282124" y="133225"/>
                </a:lnTo>
                <a:moveTo>
                  <a:pt x="305635" y="156735"/>
                </a:moveTo>
                <a:lnTo>
                  <a:pt x="258614" y="156735"/>
                </a:lnTo>
              </a:path>
            </a:pathLst>
          </a:custGeom>
          <a:noFill/>
          <a:ln w="47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97686" y="1992077"/>
            <a:ext cx="360629" cy="360946"/>
          </a:xfrm>
          <a:custGeom>
            <a:avLst/>
            <a:gdLst/>
            <a:ahLst/>
            <a:cxnLst/>
            <a:rect l="0" t="0" r="0" b="0"/>
            <a:pathLst>
              <a:path w="360629" h="360946">
                <a:moveTo>
                  <a:pt x="122641" y="281874"/>
                </a:moveTo>
                <a:cubicBezTo>
                  <a:pt x="116142" y="297415"/>
                  <a:pt x="102112" y="308527"/>
                  <a:pt x="85495" y="311293"/>
                </a:cubicBezTo>
                <a:moveTo>
                  <a:pt x="104538" y="181139"/>
                </a:moveTo>
                <a:cubicBezTo>
                  <a:pt x="89792" y="152119"/>
                  <a:pt x="62245" y="131732"/>
                  <a:pt x="30182" y="126109"/>
                </a:cubicBezTo>
                <a:moveTo>
                  <a:pt x="110980" y="131407"/>
                </a:moveTo>
                <a:lnTo>
                  <a:pt x="82877" y="152488"/>
                </a:lnTo>
                <a:moveTo>
                  <a:pt x="148973" y="2711"/>
                </a:moveTo>
                <a:cubicBezTo>
                  <a:pt x="148671" y="18423"/>
                  <a:pt x="145834" y="33984"/>
                  <a:pt x="140572" y="48791"/>
                </a:cubicBezTo>
                <a:moveTo>
                  <a:pt x="117625" y="62694"/>
                </a:moveTo>
                <a:cubicBezTo>
                  <a:pt x="117625" y="54038"/>
                  <a:pt x="124643" y="47020"/>
                  <a:pt x="133299" y="47020"/>
                </a:cubicBezTo>
                <a:cubicBezTo>
                  <a:pt x="141955" y="47020"/>
                  <a:pt x="148973" y="54038"/>
                  <a:pt x="148973" y="62694"/>
                </a:cubicBezTo>
                <a:cubicBezTo>
                  <a:pt x="148973" y="71350"/>
                  <a:pt x="141955" y="78367"/>
                  <a:pt x="133299" y="78367"/>
                </a:cubicBezTo>
                <a:cubicBezTo>
                  <a:pt x="124643" y="78367"/>
                  <a:pt x="117625" y="71350"/>
                  <a:pt x="117625" y="62694"/>
                </a:cubicBezTo>
                <a:close/>
                <a:moveTo>
                  <a:pt x="211667" y="94041"/>
                </a:moveTo>
                <a:cubicBezTo>
                  <a:pt x="211667" y="85385"/>
                  <a:pt x="218684" y="78367"/>
                  <a:pt x="227341" y="78367"/>
                </a:cubicBezTo>
                <a:cubicBezTo>
                  <a:pt x="235997" y="78367"/>
                  <a:pt x="243014" y="85385"/>
                  <a:pt x="243014" y="94041"/>
                </a:cubicBezTo>
                <a:cubicBezTo>
                  <a:pt x="243014" y="102697"/>
                  <a:pt x="235997" y="109715"/>
                  <a:pt x="227341" y="109715"/>
                </a:cubicBezTo>
                <a:cubicBezTo>
                  <a:pt x="218684" y="109715"/>
                  <a:pt x="211667" y="102697"/>
                  <a:pt x="211667" y="94041"/>
                </a:cubicBezTo>
                <a:close/>
                <a:moveTo>
                  <a:pt x="266525" y="156735"/>
                </a:moveTo>
                <a:cubicBezTo>
                  <a:pt x="266525" y="148079"/>
                  <a:pt x="273542" y="141062"/>
                  <a:pt x="282198" y="141062"/>
                </a:cubicBezTo>
                <a:cubicBezTo>
                  <a:pt x="290854" y="141062"/>
                  <a:pt x="297872" y="148079"/>
                  <a:pt x="297872" y="156735"/>
                </a:cubicBezTo>
                <a:cubicBezTo>
                  <a:pt x="297872" y="165392"/>
                  <a:pt x="290854" y="172409"/>
                  <a:pt x="282198" y="172409"/>
                </a:cubicBezTo>
                <a:cubicBezTo>
                  <a:pt x="273542" y="172409"/>
                  <a:pt x="266525" y="165392"/>
                  <a:pt x="266525" y="156735"/>
                </a:cubicBezTo>
                <a:close/>
                <a:moveTo>
                  <a:pt x="211667" y="211593"/>
                </a:moveTo>
                <a:cubicBezTo>
                  <a:pt x="211667" y="202937"/>
                  <a:pt x="218684" y="195919"/>
                  <a:pt x="227341" y="195919"/>
                </a:cubicBezTo>
                <a:cubicBezTo>
                  <a:pt x="235997" y="195919"/>
                  <a:pt x="243014" y="202937"/>
                  <a:pt x="243014" y="211593"/>
                </a:cubicBezTo>
                <a:cubicBezTo>
                  <a:pt x="243014" y="220249"/>
                  <a:pt x="235997" y="227267"/>
                  <a:pt x="227341" y="227267"/>
                </a:cubicBezTo>
                <a:cubicBezTo>
                  <a:pt x="218684" y="227267"/>
                  <a:pt x="211667" y="220249"/>
                  <a:pt x="211667" y="211593"/>
                </a:cubicBezTo>
                <a:close/>
                <a:moveTo>
                  <a:pt x="109789" y="125388"/>
                </a:moveTo>
                <a:cubicBezTo>
                  <a:pt x="109789" y="116732"/>
                  <a:pt x="116806" y="109715"/>
                  <a:pt x="125462" y="109715"/>
                </a:cubicBezTo>
                <a:cubicBezTo>
                  <a:pt x="134119" y="109715"/>
                  <a:pt x="141136" y="116732"/>
                  <a:pt x="141136" y="125388"/>
                </a:cubicBezTo>
                <a:cubicBezTo>
                  <a:pt x="141136" y="134045"/>
                  <a:pt x="134119" y="141062"/>
                  <a:pt x="125462" y="141062"/>
                </a:cubicBezTo>
                <a:cubicBezTo>
                  <a:pt x="116806" y="141062"/>
                  <a:pt x="109789" y="134045"/>
                  <a:pt x="109789" y="125388"/>
                </a:cubicBezTo>
                <a:close/>
                <a:moveTo>
                  <a:pt x="94115" y="195919"/>
                </a:moveTo>
                <a:cubicBezTo>
                  <a:pt x="94115" y="187263"/>
                  <a:pt x="101132" y="180246"/>
                  <a:pt x="109789" y="180246"/>
                </a:cubicBezTo>
                <a:cubicBezTo>
                  <a:pt x="118445" y="180246"/>
                  <a:pt x="125462" y="187263"/>
                  <a:pt x="125462" y="195919"/>
                </a:cubicBezTo>
                <a:cubicBezTo>
                  <a:pt x="125462" y="204576"/>
                  <a:pt x="118445" y="211593"/>
                  <a:pt x="109789" y="211593"/>
                </a:cubicBezTo>
                <a:cubicBezTo>
                  <a:pt x="101132" y="211593"/>
                  <a:pt x="94115" y="204576"/>
                  <a:pt x="94115" y="195919"/>
                </a:cubicBezTo>
                <a:close/>
                <a:moveTo>
                  <a:pt x="360566" y="180246"/>
                </a:moveTo>
                <a:cubicBezTo>
                  <a:pt x="360629" y="158192"/>
                  <a:pt x="349226" y="137690"/>
                  <a:pt x="330457" y="126109"/>
                </a:cubicBezTo>
                <a:cubicBezTo>
                  <a:pt x="331519" y="121481"/>
                  <a:pt x="332071" y="116751"/>
                  <a:pt x="332103" y="112003"/>
                </a:cubicBezTo>
                <a:cubicBezTo>
                  <a:pt x="332417" y="79412"/>
                  <a:pt x="307612" y="52061"/>
                  <a:pt x="275145" y="49199"/>
                </a:cubicBezTo>
                <a:cubicBezTo>
                  <a:pt x="275469" y="36365"/>
                  <a:pt x="270638" y="23937"/>
                  <a:pt x="261731" y="14692"/>
                </a:cubicBezTo>
                <a:cubicBezTo>
                  <a:pt x="252824" y="5446"/>
                  <a:pt x="240585" y="155"/>
                  <a:pt x="227748" y="0"/>
                </a:cubicBezTo>
                <a:cubicBezTo>
                  <a:pt x="207453" y="1161"/>
                  <a:pt x="189344" y="13130"/>
                  <a:pt x="180320" y="31347"/>
                </a:cubicBezTo>
                <a:cubicBezTo>
                  <a:pt x="171296" y="13130"/>
                  <a:pt x="153187" y="1161"/>
                  <a:pt x="132892" y="0"/>
                </a:cubicBezTo>
                <a:cubicBezTo>
                  <a:pt x="120055" y="155"/>
                  <a:pt x="107815" y="5446"/>
                  <a:pt x="98909" y="14692"/>
                </a:cubicBezTo>
                <a:cubicBezTo>
                  <a:pt x="90002" y="23937"/>
                  <a:pt x="85171" y="36365"/>
                  <a:pt x="85495" y="49199"/>
                </a:cubicBezTo>
                <a:cubicBezTo>
                  <a:pt x="53016" y="52062"/>
                  <a:pt x="28206" y="79431"/>
                  <a:pt x="28537" y="112034"/>
                </a:cubicBezTo>
                <a:cubicBezTo>
                  <a:pt x="28543" y="116780"/>
                  <a:pt x="29068" y="121510"/>
                  <a:pt x="30104" y="126141"/>
                </a:cubicBezTo>
                <a:cubicBezTo>
                  <a:pt x="11384" y="137768"/>
                  <a:pt x="0" y="158240"/>
                  <a:pt x="0" y="180277"/>
                </a:cubicBezTo>
                <a:cubicBezTo>
                  <a:pt x="0" y="202314"/>
                  <a:pt x="11384" y="222787"/>
                  <a:pt x="30104" y="234414"/>
                </a:cubicBezTo>
                <a:cubicBezTo>
                  <a:pt x="29068" y="239045"/>
                  <a:pt x="28543" y="243775"/>
                  <a:pt x="28537" y="248520"/>
                </a:cubicBezTo>
                <a:cubicBezTo>
                  <a:pt x="28239" y="281099"/>
                  <a:pt x="53040" y="308432"/>
                  <a:pt x="85495" y="311293"/>
                </a:cubicBezTo>
                <a:cubicBezTo>
                  <a:pt x="85171" y="324126"/>
                  <a:pt x="90002" y="336555"/>
                  <a:pt x="98909" y="345800"/>
                </a:cubicBezTo>
                <a:cubicBezTo>
                  <a:pt x="107815" y="355045"/>
                  <a:pt x="120055" y="360337"/>
                  <a:pt x="132892" y="360492"/>
                </a:cubicBezTo>
                <a:cubicBezTo>
                  <a:pt x="151608" y="360946"/>
                  <a:pt x="169348" y="352152"/>
                  <a:pt x="180320" y="336982"/>
                </a:cubicBezTo>
                <a:cubicBezTo>
                  <a:pt x="191292" y="352152"/>
                  <a:pt x="209031" y="360946"/>
                  <a:pt x="227748" y="360492"/>
                </a:cubicBezTo>
                <a:cubicBezTo>
                  <a:pt x="240585" y="360337"/>
                  <a:pt x="252824" y="355045"/>
                  <a:pt x="261731" y="345800"/>
                </a:cubicBezTo>
                <a:cubicBezTo>
                  <a:pt x="270638" y="336555"/>
                  <a:pt x="275469" y="324126"/>
                  <a:pt x="275145" y="311293"/>
                </a:cubicBezTo>
                <a:cubicBezTo>
                  <a:pt x="307624" y="308430"/>
                  <a:pt x="332433" y="281061"/>
                  <a:pt x="332103" y="248457"/>
                </a:cubicBezTo>
                <a:cubicBezTo>
                  <a:pt x="332071" y="243709"/>
                  <a:pt x="331519" y="238979"/>
                  <a:pt x="330457" y="234351"/>
                </a:cubicBezTo>
                <a:cubicBezTo>
                  <a:pt x="349217" y="222777"/>
                  <a:pt x="360618" y="202289"/>
                  <a:pt x="360566" y="180246"/>
                </a:cubicBezTo>
                <a:close/>
                <a:moveTo>
                  <a:pt x="180320" y="211593"/>
                </a:moveTo>
                <a:lnTo>
                  <a:pt x="180320" y="31347"/>
                </a:lnTo>
                <a:moveTo>
                  <a:pt x="180320" y="336982"/>
                </a:moveTo>
                <a:lnTo>
                  <a:pt x="180320" y="273629"/>
                </a:lnTo>
                <a:moveTo>
                  <a:pt x="324094" y="80922"/>
                </a:moveTo>
                <a:lnTo>
                  <a:pt x="280631" y="102677"/>
                </a:lnTo>
                <a:cubicBezTo>
                  <a:pt x="267934" y="109034"/>
                  <a:pt x="253016" y="109184"/>
                  <a:pt x="240193" y="103085"/>
                </a:cubicBezTo>
                <a:moveTo>
                  <a:pt x="266525" y="156735"/>
                </a:moveTo>
                <a:cubicBezTo>
                  <a:pt x="247131" y="161383"/>
                  <a:pt x="231988" y="176525"/>
                  <a:pt x="227341" y="195919"/>
                </a:cubicBezTo>
                <a:moveTo>
                  <a:pt x="275145" y="311293"/>
                </a:moveTo>
                <a:cubicBezTo>
                  <a:pt x="270819" y="296231"/>
                  <a:pt x="263437" y="284648"/>
                  <a:pt x="250851" y="282124"/>
                </a:cubicBezTo>
                <a:moveTo>
                  <a:pt x="109789" y="266451"/>
                </a:moveTo>
                <a:cubicBezTo>
                  <a:pt x="109789" y="257794"/>
                  <a:pt x="116806" y="250777"/>
                  <a:pt x="125462" y="250777"/>
                </a:cubicBezTo>
                <a:cubicBezTo>
                  <a:pt x="134119" y="250777"/>
                  <a:pt x="141136" y="257794"/>
                  <a:pt x="141136" y="266451"/>
                </a:cubicBezTo>
                <a:cubicBezTo>
                  <a:pt x="141136" y="275107"/>
                  <a:pt x="134119" y="282124"/>
                  <a:pt x="125462" y="282124"/>
                </a:cubicBezTo>
                <a:cubicBezTo>
                  <a:pt x="116806" y="282124"/>
                  <a:pt x="109789" y="275107"/>
                  <a:pt x="109789" y="266451"/>
                </a:cubicBezTo>
                <a:close/>
                <a:moveTo>
                  <a:pt x="219504" y="282124"/>
                </a:moveTo>
                <a:cubicBezTo>
                  <a:pt x="219504" y="273468"/>
                  <a:pt x="226521" y="266451"/>
                  <a:pt x="235177" y="266451"/>
                </a:cubicBezTo>
                <a:cubicBezTo>
                  <a:pt x="243834" y="266451"/>
                  <a:pt x="250851" y="273468"/>
                  <a:pt x="250851" y="282124"/>
                </a:cubicBezTo>
                <a:cubicBezTo>
                  <a:pt x="250851" y="290781"/>
                  <a:pt x="243834" y="297798"/>
                  <a:pt x="235177" y="297798"/>
                </a:cubicBezTo>
                <a:cubicBezTo>
                  <a:pt x="226521" y="297798"/>
                  <a:pt x="219504" y="290781"/>
                  <a:pt x="219504" y="282124"/>
                </a:cubicBezTo>
                <a:close/>
              </a:path>
            </a:pathLst>
          </a:custGeom>
          <a:noFill/>
          <a:ln w="47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8" name="Group 37"/>
          <p:cNvGrpSpPr/>
          <p:nvPr/>
        </p:nvGrpSpPr>
        <p:grpSpPr>
          <a:xfrm>
            <a:off x="6068967" y="1683326"/>
            <a:ext cx="491880" cy="225665"/>
            <a:chOff x="6068967" y="1678564"/>
            <a:chExt cx="491880" cy="225665"/>
          </a:xfrm>
        </p:grpSpPr>
        <p:sp>
          <p:nvSpPr>
            <p:cNvPr id="36" name="TextBox 35"/>
            <p:cNvSpPr txBox="1"/>
            <p:nvPr/>
          </p:nvSpPr>
          <p:spPr>
            <a:xfrm>
              <a:off x="6068967" y="1678564"/>
              <a:ext cx="491880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AI Image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68967" y="1791435"/>
              <a:ext cx="491880" cy="112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Generation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916263" y="1833851"/>
            <a:ext cx="565546" cy="1128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User Prompt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3463926" y="1570475"/>
            <a:ext cx="586082" cy="225665"/>
            <a:chOff x="3463926" y="1565713"/>
            <a:chExt cx="586082" cy="225665"/>
          </a:xfrm>
        </p:grpSpPr>
        <p:sp>
          <p:nvSpPr>
            <p:cNvPr id="40" name="TextBox 39"/>
            <p:cNvSpPr txBox="1"/>
            <p:nvPr/>
          </p:nvSpPr>
          <p:spPr>
            <a:xfrm>
              <a:off x="3463926" y="1565713"/>
              <a:ext cx="586082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Fashion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63926" y="1678584"/>
              <a:ext cx="586082" cy="112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Specification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1040177" y="3722475"/>
            <a:ext cx="318573" cy="360461"/>
          </a:xfrm>
          <a:custGeom>
            <a:avLst/>
            <a:gdLst/>
            <a:ahLst/>
            <a:cxnLst/>
            <a:rect l="0" t="0" r="0" b="0"/>
            <a:pathLst>
              <a:path w="318573" h="360461">
                <a:moveTo>
                  <a:pt x="101576" y="242313"/>
                </a:moveTo>
                <a:lnTo>
                  <a:pt x="105996" y="226906"/>
                </a:lnTo>
                <a:cubicBezTo>
                  <a:pt x="107822" y="220522"/>
                  <a:pt x="104128" y="213866"/>
                  <a:pt x="97744" y="212040"/>
                </a:cubicBezTo>
                <a:cubicBezTo>
                  <a:pt x="91360" y="210213"/>
                  <a:pt x="84704" y="213908"/>
                  <a:pt x="82877" y="220292"/>
                </a:cubicBezTo>
                <a:lnTo>
                  <a:pt x="78489" y="235730"/>
                </a:lnTo>
                <a:moveTo>
                  <a:pt x="65276" y="281952"/>
                </a:moveTo>
                <a:lnTo>
                  <a:pt x="78489" y="235730"/>
                </a:lnTo>
                <a:cubicBezTo>
                  <a:pt x="80072" y="231491"/>
                  <a:pt x="79144" y="226721"/>
                  <a:pt x="76086" y="223385"/>
                </a:cubicBezTo>
                <a:cubicBezTo>
                  <a:pt x="73028" y="220049"/>
                  <a:pt x="68357" y="218709"/>
                  <a:pt x="63996" y="219919"/>
                </a:cubicBezTo>
                <a:cubicBezTo>
                  <a:pt x="59635" y="221128"/>
                  <a:pt x="56320" y="224681"/>
                  <a:pt x="55417" y="229116"/>
                </a:cubicBezTo>
                <a:lnTo>
                  <a:pt x="48834" y="252219"/>
                </a:lnTo>
                <a:moveTo>
                  <a:pt x="105573" y="360461"/>
                </a:moveTo>
                <a:cubicBezTo>
                  <a:pt x="122453" y="343894"/>
                  <a:pt x="140055" y="324098"/>
                  <a:pt x="140055" y="324098"/>
                </a:cubicBezTo>
                <a:cubicBezTo>
                  <a:pt x="143861" y="321065"/>
                  <a:pt x="144798" y="315664"/>
                  <a:pt x="142235" y="311526"/>
                </a:cubicBezTo>
                <a:cubicBezTo>
                  <a:pt x="139672" y="307388"/>
                  <a:pt x="134420" y="305820"/>
                  <a:pt x="130008" y="307876"/>
                </a:cubicBezTo>
                <a:lnTo>
                  <a:pt x="102705" y="325979"/>
                </a:lnTo>
                <a:lnTo>
                  <a:pt x="124648" y="248943"/>
                </a:lnTo>
                <a:cubicBezTo>
                  <a:pt x="125881" y="244796"/>
                  <a:pt x="124791" y="240306"/>
                  <a:pt x="121793" y="237186"/>
                </a:cubicBezTo>
                <a:cubicBezTo>
                  <a:pt x="118795" y="234066"/>
                  <a:pt x="114352" y="232798"/>
                  <a:pt x="110159" y="233866"/>
                </a:cubicBezTo>
                <a:cubicBezTo>
                  <a:pt x="105966" y="234933"/>
                  <a:pt x="102670" y="238171"/>
                  <a:pt x="101529" y="242345"/>
                </a:cubicBezTo>
                <a:lnTo>
                  <a:pt x="88332" y="288535"/>
                </a:lnTo>
                <a:moveTo>
                  <a:pt x="38882" y="286889"/>
                </a:moveTo>
                <a:lnTo>
                  <a:pt x="48772" y="252219"/>
                </a:lnTo>
                <a:cubicBezTo>
                  <a:pt x="50587" y="245830"/>
                  <a:pt x="46879" y="239179"/>
                  <a:pt x="40489" y="237365"/>
                </a:cubicBezTo>
                <a:cubicBezTo>
                  <a:pt x="34099" y="235551"/>
                  <a:pt x="27450" y="239262"/>
                  <a:pt x="25637" y="245652"/>
                </a:cubicBezTo>
                <a:lnTo>
                  <a:pt x="3694" y="322672"/>
                </a:lnTo>
                <a:cubicBezTo>
                  <a:pt x="0" y="335488"/>
                  <a:pt x="2939" y="349303"/>
                  <a:pt x="11531" y="359505"/>
                </a:cubicBezTo>
                <a:moveTo>
                  <a:pt x="217012" y="242313"/>
                </a:moveTo>
                <a:lnTo>
                  <a:pt x="212608" y="226906"/>
                </a:lnTo>
                <a:cubicBezTo>
                  <a:pt x="211021" y="220613"/>
                  <a:pt x="214717" y="214197"/>
                  <a:pt x="220956" y="212411"/>
                </a:cubicBezTo>
                <a:cubicBezTo>
                  <a:pt x="227195" y="210624"/>
                  <a:pt x="233726" y="214113"/>
                  <a:pt x="235711" y="220292"/>
                </a:cubicBezTo>
                <a:lnTo>
                  <a:pt x="240099" y="235730"/>
                </a:lnTo>
                <a:moveTo>
                  <a:pt x="253312" y="281952"/>
                </a:moveTo>
                <a:lnTo>
                  <a:pt x="240099" y="235730"/>
                </a:lnTo>
                <a:cubicBezTo>
                  <a:pt x="238524" y="229433"/>
                  <a:pt x="242227" y="223021"/>
                  <a:pt x="248468" y="221237"/>
                </a:cubicBezTo>
                <a:cubicBezTo>
                  <a:pt x="254709" y="219452"/>
                  <a:pt x="261241" y="222938"/>
                  <a:pt x="263234" y="229116"/>
                </a:cubicBezTo>
                <a:lnTo>
                  <a:pt x="269816" y="252219"/>
                </a:lnTo>
                <a:moveTo>
                  <a:pt x="212953" y="360461"/>
                </a:moveTo>
                <a:cubicBezTo>
                  <a:pt x="196072" y="343894"/>
                  <a:pt x="178565" y="324098"/>
                  <a:pt x="178565" y="324098"/>
                </a:cubicBezTo>
                <a:cubicBezTo>
                  <a:pt x="174777" y="321062"/>
                  <a:pt x="173850" y="315677"/>
                  <a:pt x="176403" y="311549"/>
                </a:cubicBezTo>
                <a:cubicBezTo>
                  <a:pt x="178956" y="307420"/>
                  <a:pt x="184187" y="305844"/>
                  <a:pt x="188596" y="307876"/>
                </a:cubicBezTo>
                <a:lnTo>
                  <a:pt x="215899" y="325979"/>
                </a:lnTo>
                <a:lnTo>
                  <a:pt x="193956" y="248943"/>
                </a:lnTo>
                <a:cubicBezTo>
                  <a:pt x="192723" y="244796"/>
                  <a:pt x="193813" y="240306"/>
                  <a:pt x="196811" y="237186"/>
                </a:cubicBezTo>
                <a:cubicBezTo>
                  <a:pt x="199808" y="234066"/>
                  <a:pt x="204252" y="232798"/>
                  <a:pt x="208445" y="233866"/>
                </a:cubicBezTo>
                <a:cubicBezTo>
                  <a:pt x="212638" y="234933"/>
                  <a:pt x="215934" y="238171"/>
                  <a:pt x="217075" y="242345"/>
                </a:cubicBezTo>
                <a:lnTo>
                  <a:pt x="230272" y="288566"/>
                </a:lnTo>
                <a:moveTo>
                  <a:pt x="279706" y="286889"/>
                </a:moveTo>
                <a:lnTo>
                  <a:pt x="269816" y="252219"/>
                </a:lnTo>
                <a:cubicBezTo>
                  <a:pt x="268499" y="248044"/>
                  <a:pt x="269555" y="243483"/>
                  <a:pt x="272573" y="240312"/>
                </a:cubicBezTo>
                <a:cubicBezTo>
                  <a:pt x="275592" y="237141"/>
                  <a:pt x="280095" y="235862"/>
                  <a:pt x="284330" y="236972"/>
                </a:cubicBezTo>
                <a:cubicBezTo>
                  <a:pt x="288565" y="238083"/>
                  <a:pt x="291861" y="241408"/>
                  <a:pt x="292935" y="245652"/>
                </a:cubicBezTo>
                <a:lnTo>
                  <a:pt x="314878" y="322672"/>
                </a:lnTo>
                <a:cubicBezTo>
                  <a:pt x="318573" y="335488"/>
                  <a:pt x="315634" y="349303"/>
                  <a:pt x="307041" y="359505"/>
                </a:cubicBezTo>
                <a:moveTo>
                  <a:pt x="73097" y="0"/>
                </a:moveTo>
                <a:lnTo>
                  <a:pt x="245507" y="0"/>
                </a:lnTo>
                <a:cubicBezTo>
                  <a:pt x="245507" y="0"/>
                  <a:pt x="261180" y="0"/>
                  <a:pt x="261180" y="15673"/>
                </a:cubicBezTo>
                <a:lnTo>
                  <a:pt x="261180" y="141062"/>
                </a:lnTo>
                <a:cubicBezTo>
                  <a:pt x="261180" y="141062"/>
                  <a:pt x="261180" y="156735"/>
                  <a:pt x="245507" y="156735"/>
                </a:cubicBezTo>
                <a:lnTo>
                  <a:pt x="73097" y="156735"/>
                </a:lnTo>
                <a:cubicBezTo>
                  <a:pt x="73097" y="156735"/>
                  <a:pt x="57423" y="156735"/>
                  <a:pt x="57423" y="141062"/>
                </a:cubicBezTo>
                <a:lnTo>
                  <a:pt x="57423" y="15673"/>
                </a:lnTo>
                <a:cubicBezTo>
                  <a:pt x="57423" y="15673"/>
                  <a:pt x="57423" y="0"/>
                  <a:pt x="73097" y="0"/>
                </a:cubicBezTo>
                <a:moveTo>
                  <a:pt x="159302" y="156735"/>
                </a:moveTo>
                <a:lnTo>
                  <a:pt x="159302" y="188083"/>
                </a:lnTo>
                <a:moveTo>
                  <a:pt x="57423" y="125388"/>
                </a:moveTo>
                <a:lnTo>
                  <a:pt x="261180" y="125388"/>
                </a:lnTo>
                <a:moveTo>
                  <a:pt x="120118" y="188083"/>
                </a:moveTo>
                <a:lnTo>
                  <a:pt x="198486" y="188083"/>
                </a:lnTo>
              </a:path>
            </a:pathLst>
          </a:custGeom>
          <a:noFill/>
          <a:ln w="47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68889" y="3714607"/>
            <a:ext cx="360477" cy="368329"/>
          </a:xfrm>
          <a:custGeom>
            <a:avLst/>
            <a:gdLst/>
            <a:ahLst/>
            <a:cxnLst/>
            <a:rect l="0" t="0" r="0" b="0"/>
            <a:pathLst>
              <a:path w="360477" h="368329">
                <a:moveTo>
                  <a:pt x="0" y="0"/>
                </a:moveTo>
                <a:moveTo>
                  <a:pt x="80092" y="235652"/>
                </a:moveTo>
                <a:lnTo>
                  <a:pt x="55531" y="314020"/>
                </a:lnTo>
                <a:cubicBezTo>
                  <a:pt x="53753" y="318755"/>
                  <a:pt x="56144" y="324036"/>
                  <a:pt x="60876" y="325822"/>
                </a:cubicBezTo>
                <a:cubicBezTo>
                  <a:pt x="91471" y="339461"/>
                  <a:pt x="124161" y="347803"/>
                  <a:pt x="157551" y="350493"/>
                </a:cubicBezTo>
                <a:moveTo>
                  <a:pt x="273629" y="172801"/>
                </a:moveTo>
                <a:cubicBezTo>
                  <a:pt x="259115" y="149291"/>
                  <a:pt x="264429" y="122238"/>
                  <a:pt x="273958" y="97458"/>
                </a:cubicBezTo>
                <a:lnTo>
                  <a:pt x="296231" y="39654"/>
                </a:lnTo>
                <a:cubicBezTo>
                  <a:pt x="297844" y="35361"/>
                  <a:pt x="296002" y="30538"/>
                  <a:pt x="291936" y="28416"/>
                </a:cubicBezTo>
                <a:lnTo>
                  <a:pt x="264570" y="11692"/>
                </a:lnTo>
                <a:cubicBezTo>
                  <a:pt x="259031" y="8384"/>
                  <a:pt x="251961" y="9207"/>
                  <a:pt x="247329" y="13698"/>
                </a:cubicBezTo>
                <a:cubicBezTo>
                  <a:pt x="246368" y="14727"/>
                  <a:pt x="245650" y="15959"/>
                  <a:pt x="245229" y="17303"/>
                </a:cubicBezTo>
                <a:cubicBezTo>
                  <a:pt x="241232" y="32977"/>
                  <a:pt x="215026" y="43760"/>
                  <a:pt x="188098" y="43118"/>
                </a:cubicBezTo>
                <a:cubicBezTo>
                  <a:pt x="165597" y="44423"/>
                  <a:pt x="144286" y="32916"/>
                  <a:pt x="133037" y="13385"/>
                </a:cubicBezTo>
                <a:cubicBezTo>
                  <a:pt x="129251" y="8208"/>
                  <a:pt x="122383" y="6346"/>
                  <a:pt x="116501" y="8902"/>
                </a:cubicBezTo>
                <a:cubicBezTo>
                  <a:pt x="115860" y="9165"/>
                  <a:pt x="115242" y="9480"/>
                  <a:pt x="114652" y="9843"/>
                </a:cubicBezTo>
                <a:lnTo>
                  <a:pt x="84276" y="28416"/>
                </a:lnTo>
                <a:cubicBezTo>
                  <a:pt x="80193" y="30522"/>
                  <a:pt x="78328" y="35349"/>
                  <a:pt x="79935" y="39654"/>
                </a:cubicBezTo>
                <a:lnTo>
                  <a:pt x="102207" y="97458"/>
                </a:lnTo>
                <a:cubicBezTo>
                  <a:pt x="111737" y="122254"/>
                  <a:pt x="117050" y="149259"/>
                  <a:pt x="102536" y="172817"/>
                </a:cubicBezTo>
                <a:moveTo>
                  <a:pt x="218584" y="350555"/>
                </a:moveTo>
                <a:cubicBezTo>
                  <a:pt x="251989" y="347851"/>
                  <a:pt x="284691" y="339482"/>
                  <a:pt x="315290" y="325807"/>
                </a:cubicBezTo>
                <a:cubicBezTo>
                  <a:pt x="320019" y="324027"/>
                  <a:pt x="322412" y="318751"/>
                  <a:pt x="320634" y="314020"/>
                </a:cubicBezTo>
                <a:lnTo>
                  <a:pt x="296074" y="235652"/>
                </a:lnTo>
                <a:moveTo>
                  <a:pt x="188083" y="117881"/>
                </a:moveTo>
                <a:lnTo>
                  <a:pt x="188083" y="149228"/>
                </a:lnTo>
                <a:moveTo>
                  <a:pt x="188083" y="43118"/>
                </a:moveTo>
                <a:lnTo>
                  <a:pt x="188083" y="70546"/>
                </a:lnTo>
                <a:moveTo>
                  <a:pt x="188083" y="289961"/>
                </a:moveTo>
                <a:lnTo>
                  <a:pt x="188083" y="258614"/>
                </a:lnTo>
                <a:moveTo>
                  <a:pt x="188083" y="368329"/>
                </a:moveTo>
                <a:lnTo>
                  <a:pt x="188083" y="336982"/>
                </a:lnTo>
                <a:moveTo>
                  <a:pt x="282109" y="203772"/>
                </a:moveTo>
                <a:lnTo>
                  <a:pt x="250761" y="203772"/>
                </a:lnTo>
                <a:moveTo>
                  <a:pt x="360477" y="203772"/>
                </a:moveTo>
                <a:lnTo>
                  <a:pt x="329129" y="203772"/>
                </a:lnTo>
                <a:moveTo>
                  <a:pt x="94025" y="203772"/>
                </a:moveTo>
                <a:lnTo>
                  <a:pt x="125373" y="203772"/>
                </a:lnTo>
                <a:moveTo>
                  <a:pt x="15689" y="203772"/>
                </a:moveTo>
                <a:lnTo>
                  <a:pt x="47005" y="203772"/>
                </a:lnTo>
                <a:moveTo>
                  <a:pt x="168491" y="203772"/>
                </a:moveTo>
                <a:cubicBezTo>
                  <a:pt x="168491" y="214592"/>
                  <a:pt x="177262" y="223364"/>
                  <a:pt x="188083" y="223364"/>
                </a:cubicBezTo>
                <a:cubicBezTo>
                  <a:pt x="198903" y="223364"/>
                  <a:pt x="207675" y="214592"/>
                  <a:pt x="207675" y="203772"/>
                </a:cubicBezTo>
                <a:cubicBezTo>
                  <a:pt x="207675" y="192952"/>
                  <a:pt x="198903" y="184180"/>
                  <a:pt x="188083" y="184180"/>
                </a:cubicBezTo>
                <a:cubicBezTo>
                  <a:pt x="177262" y="184180"/>
                  <a:pt x="168491" y="192952"/>
                  <a:pt x="168491" y="203772"/>
                </a:cubicBezTo>
              </a:path>
            </a:pathLst>
          </a:custGeom>
          <a:noFill/>
          <a:ln w="47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26820" y="3714607"/>
            <a:ext cx="364411" cy="364411"/>
          </a:xfrm>
          <a:custGeom>
            <a:avLst/>
            <a:gdLst/>
            <a:ahLst/>
            <a:cxnLst/>
            <a:rect l="0" t="0" r="0" b="0"/>
            <a:pathLst>
              <a:path w="364411" h="364411">
                <a:moveTo>
                  <a:pt x="216576" y="70865"/>
                </a:moveTo>
                <a:cubicBezTo>
                  <a:pt x="240356" y="96230"/>
                  <a:pt x="273646" y="110497"/>
                  <a:pt x="311693" y="110497"/>
                </a:cubicBezTo>
                <a:cubicBezTo>
                  <a:pt x="330717" y="110497"/>
                  <a:pt x="348154" y="107327"/>
                  <a:pt x="364008" y="99401"/>
                </a:cubicBezTo>
                <a:moveTo>
                  <a:pt x="334631" y="46239"/>
                </a:moveTo>
                <a:cubicBezTo>
                  <a:pt x="353439" y="60345"/>
                  <a:pt x="364411" y="82288"/>
                  <a:pt x="364411" y="107366"/>
                </a:cubicBezTo>
                <a:cubicBezTo>
                  <a:pt x="364411" y="151252"/>
                  <a:pt x="329929" y="185733"/>
                  <a:pt x="286043" y="185733"/>
                </a:cubicBezTo>
                <a:cubicBezTo>
                  <a:pt x="242157" y="185733"/>
                  <a:pt x="207675" y="151252"/>
                  <a:pt x="207675" y="107366"/>
                </a:cubicBezTo>
                <a:cubicBezTo>
                  <a:pt x="207675" y="67882"/>
                  <a:pt x="235586" y="36010"/>
                  <a:pt x="273146" y="30013"/>
                </a:cubicBezTo>
                <a:moveTo>
                  <a:pt x="0" y="0"/>
                </a:moveTo>
                <a:moveTo>
                  <a:pt x="259396" y="11755"/>
                </a:moveTo>
                <a:lnTo>
                  <a:pt x="287608" y="30563"/>
                </a:lnTo>
                <a:lnTo>
                  <a:pt x="267233" y="60343"/>
                </a:lnTo>
                <a:moveTo>
                  <a:pt x="152817" y="137143"/>
                </a:moveTo>
                <a:lnTo>
                  <a:pt x="27428" y="137143"/>
                </a:lnTo>
                <a:cubicBezTo>
                  <a:pt x="18024" y="137143"/>
                  <a:pt x="11755" y="143413"/>
                  <a:pt x="11755" y="152817"/>
                </a:cubicBezTo>
                <a:lnTo>
                  <a:pt x="11755" y="293879"/>
                </a:lnTo>
                <a:cubicBezTo>
                  <a:pt x="11755" y="303284"/>
                  <a:pt x="18024" y="309553"/>
                  <a:pt x="27428" y="309553"/>
                </a:cubicBezTo>
                <a:lnTo>
                  <a:pt x="184164" y="309553"/>
                </a:lnTo>
                <a:cubicBezTo>
                  <a:pt x="193568" y="309553"/>
                  <a:pt x="199838" y="303284"/>
                  <a:pt x="199838" y="293879"/>
                </a:cubicBezTo>
                <a:lnTo>
                  <a:pt x="199838" y="215511"/>
                </a:lnTo>
                <a:moveTo>
                  <a:pt x="51057" y="309646"/>
                </a:moveTo>
                <a:lnTo>
                  <a:pt x="27428" y="360619"/>
                </a:lnTo>
                <a:moveTo>
                  <a:pt x="105796" y="137143"/>
                </a:moveTo>
                <a:lnTo>
                  <a:pt x="105796" y="97959"/>
                </a:lnTo>
                <a:moveTo>
                  <a:pt x="0" y="0"/>
                </a:moveTo>
                <a:moveTo>
                  <a:pt x="158735" y="309553"/>
                </a:moveTo>
                <a:lnTo>
                  <a:pt x="184164" y="364411"/>
                </a:lnTo>
                <a:moveTo>
                  <a:pt x="107364" y="224916"/>
                </a:moveTo>
                <a:cubicBezTo>
                  <a:pt x="116768" y="234320"/>
                  <a:pt x="116768" y="246859"/>
                  <a:pt x="107364" y="256263"/>
                </a:cubicBezTo>
                <a:cubicBezTo>
                  <a:pt x="89736" y="273889"/>
                  <a:pt x="58714" y="264738"/>
                  <a:pt x="52271" y="256263"/>
                </a:cubicBezTo>
                <a:cubicBezTo>
                  <a:pt x="67065" y="249345"/>
                  <a:pt x="65755" y="233451"/>
                  <a:pt x="76017" y="224916"/>
                </a:cubicBezTo>
                <a:cubicBezTo>
                  <a:pt x="85399" y="216580"/>
                  <a:pt x="97960" y="215511"/>
                  <a:pt x="107364" y="224916"/>
                </a:cubicBezTo>
                <a:close/>
                <a:moveTo>
                  <a:pt x="0" y="0"/>
                </a:moveTo>
                <a:moveTo>
                  <a:pt x="149682" y="187301"/>
                </a:moveTo>
                <a:lnTo>
                  <a:pt x="109698" y="227284"/>
                </a:lnTo>
              </a:path>
            </a:pathLst>
          </a:custGeom>
          <a:noFill/>
          <a:ln w="47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8535" y="3808646"/>
            <a:ext cx="838942" cy="1128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Gemini Processing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4642136" y="3752239"/>
            <a:ext cx="787603" cy="225665"/>
            <a:chOff x="4642136" y="3747477"/>
            <a:chExt cx="787603" cy="225665"/>
          </a:xfrm>
        </p:grpSpPr>
        <p:sp>
          <p:nvSpPr>
            <p:cNvPr id="47" name="TextBox 46"/>
            <p:cNvSpPr txBox="1"/>
            <p:nvPr/>
          </p:nvSpPr>
          <p:spPr>
            <a:xfrm>
              <a:off x="4642136" y="3747477"/>
              <a:ext cx="787603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Optimized Image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642136" y="3860348"/>
              <a:ext cx="787603" cy="112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Prompt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168892" y="3714604"/>
            <a:ext cx="849953" cy="225665"/>
            <a:chOff x="7168892" y="3709842"/>
            <a:chExt cx="849953" cy="225665"/>
          </a:xfrm>
        </p:grpSpPr>
        <p:sp>
          <p:nvSpPr>
            <p:cNvPr id="50" name="TextBox 49"/>
            <p:cNvSpPr txBox="1"/>
            <p:nvPr/>
          </p:nvSpPr>
          <p:spPr>
            <a:xfrm>
              <a:off x="7168892" y="3709842"/>
              <a:ext cx="849953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Generated Fashion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168892" y="3822713"/>
              <a:ext cx="849953" cy="112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Design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7179160" y="4015519"/>
            <a:ext cx="829417" cy="225665"/>
            <a:chOff x="7179160" y="4010757"/>
            <a:chExt cx="829417" cy="225665"/>
          </a:xfrm>
        </p:grpSpPr>
        <p:sp>
          <p:nvSpPr>
            <p:cNvPr id="53" name="TextBox 52"/>
            <p:cNvSpPr txBox="1"/>
            <p:nvPr/>
          </p:nvSpPr>
          <p:spPr>
            <a:xfrm>
              <a:off x="7179160" y="4010757"/>
              <a:ext cx="829417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The final fashion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179160" y="4123628"/>
              <a:ext cx="829417" cy="112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design is produced.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172311" y="4090808"/>
            <a:ext cx="611390" cy="338469"/>
            <a:chOff x="2172311" y="4086046"/>
            <a:chExt cx="611390" cy="338469"/>
          </a:xfrm>
        </p:grpSpPr>
        <p:sp>
          <p:nvSpPr>
            <p:cNvPr id="56" name="TextBox 55"/>
            <p:cNvSpPr txBox="1"/>
            <p:nvPr/>
          </p:nvSpPr>
          <p:spPr>
            <a:xfrm>
              <a:off x="2172311" y="4086046"/>
              <a:ext cx="611390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The prompt is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72311" y="4198917"/>
              <a:ext cx="611390" cy="112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processed by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172311" y="4311693"/>
              <a:ext cx="611390" cy="112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Gemini.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825009" y="376237"/>
            <a:ext cx="5493991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AI Fashion Design Workflow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4612666" y="4090825"/>
            <a:ext cx="846534" cy="451283"/>
            <a:chOff x="4612666" y="4086063"/>
            <a:chExt cx="846534" cy="451283"/>
          </a:xfrm>
        </p:grpSpPr>
        <p:sp>
          <p:nvSpPr>
            <p:cNvPr id="61" name="TextBox 60"/>
            <p:cNvSpPr txBox="1"/>
            <p:nvPr/>
          </p:nvSpPr>
          <p:spPr>
            <a:xfrm>
              <a:off x="4612666" y="4086063"/>
              <a:ext cx="846534" cy="112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The specification is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612666" y="4198839"/>
              <a:ext cx="846534" cy="11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converted into an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612666" y="4311710"/>
              <a:ext cx="846534" cy="112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optimized image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612666" y="4424486"/>
              <a:ext cx="846534" cy="112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prompt.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43004" y="1378173"/>
            <a:ext cx="1728092" cy="3168205"/>
          </a:xfrm>
          <a:custGeom>
            <a:avLst/>
            <a:gdLst/>
            <a:ahLst/>
            <a:cxnLst/>
            <a:rect l="0" t="0" r="0" b="0"/>
            <a:pathLst>
              <a:path w="1728092" h="3168205">
                <a:moveTo>
                  <a:pt x="0" y="2954245"/>
                </a:moveTo>
                <a:cubicBezTo>
                  <a:pt x="0" y="3010985"/>
                  <a:pt x="24279" y="3065411"/>
                  <a:pt x="67484" y="3105531"/>
                </a:cubicBezTo>
                <a:cubicBezTo>
                  <a:pt x="110699" y="3145659"/>
                  <a:pt x="169306" y="3168205"/>
                  <a:pt x="230409" y="3168205"/>
                </a:cubicBezTo>
                <a:lnTo>
                  <a:pt x="1497682" y="3168205"/>
                </a:lnTo>
                <a:cubicBezTo>
                  <a:pt x="1558785" y="3168205"/>
                  <a:pt x="1617392" y="3145659"/>
                  <a:pt x="1660607" y="3105531"/>
                </a:cubicBezTo>
                <a:cubicBezTo>
                  <a:pt x="1703812" y="3065411"/>
                  <a:pt x="1728092" y="3010985"/>
                  <a:pt x="1728092" y="2954245"/>
                </a:cubicBezTo>
                <a:lnTo>
                  <a:pt x="1728092" y="230409"/>
                </a:lnTo>
                <a:cubicBezTo>
                  <a:pt x="1728092" y="169306"/>
                  <a:pt x="1703812" y="110699"/>
                  <a:pt x="1660607" y="67484"/>
                </a:cubicBezTo>
                <a:cubicBezTo>
                  <a:pt x="1617392" y="24279"/>
                  <a:pt x="1558785" y="0"/>
                  <a:pt x="1497682" y="0"/>
                </a:cubicBezTo>
                <a:lnTo>
                  <a:pt x="230409" y="0"/>
                </a:lnTo>
                <a:cubicBezTo>
                  <a:pt x="169306" y="0"/>
                  <a:pt x="110699" y="24279"/>
                  <a:pt x="67484" y="67484"/>
                </a:cubicBezTo>
                <a:cubicBezTo>
                  <a:pt x="24279" y="110699"/>
                  <a:pt x="0" y="169306"/>
                  <a:pt x="0" y="230409"/>
                </a:cubicBezTo>
                <a:lnTo>
                  <a:pt x="0" y="2954245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3004" y="1378174"/>
            <a:ext cx="1728092" cy="3168199"/>
          </a:xfrm>
          <a:custGeom>
            <a:avLst/>
            <a:gdLst/>
            <a:ahLst/>
            <a:cxnLst/>
            <a:rect l="0" t="0" r="0" b="0"/>
            <a:pathLst>
              <a:path w="1728092" h="3168199">
                <a:moveTo>
                  <a:pt x="1728092" y="345618"/>
                </a:moveTo>
                <a:lnTo>
                  <a:pt x="1728092" y="230412"/>
                </a:lnTo>
                <a:cubicBezTo>
                  <a:pt x="1728092" y="169303"/>
                  <a:pt x="1703817" y="110696"/>
                  <a:pt x="1660607" y="67485"/>
                </a:cubicBezTo>
                <a:cubicBezTo>
                  <a:pt x="1617396" y="24275"/>
                  <a:pt x="1558789" y="0"/>
                  <a:pt x="1497680" y="0"/>
                </a:cubicBezTo>
                <a:lnTo>
                  <a:pt x="230412" y="0"/>
                </a:lnTo>
                <a:cubicBezTo>
                  <a:pt x="169303" y="0"/>
                  <a:pt x="110696" y="24275"/>
                  <a:pt x="67485" y="67485"/>
                </a:cubicBezTo>
                <a:cubicBezTo>
                  <a:pt x="24275" y="110696"/>
                  <a:pt x="0" y="169303"/>
                  <a:pt x="0" y="230412"/>
                </a:cubicBezTo>
                <a:lnTo>
                  <a:pt x="0" y="345618"/>
                </a:lnTo>
                <a:moveTo>
                  <a:pt x="1728092" y="1670519"/>
                </a:moveTo>
                <a:lnTo>
                  <a:pt x="1728092" y="345618"/>
                </a:lnTo>
                <a:moveTo>
                  <a:pt x="0" y="345618"/>
                </a:moveTo>
                <a:lnTo>
                  <a:pt x="0" y="1670519"/>
                </a:lnTo>
                <a:moveTo>
                  <a:pt x="1728092" y="1670519"/>
                </a:moveTo>
                <a:lnTo>
                  <a:pt x="1728092" y="2954245"/>
                </a:lnTo>
                <a:cubicBezTo>
                  <a:pt x="1728092" y="3010989"/>
                  <a:pt x="1703817" y="3065410"/>
                  <a:pt x="1660607" y="3105534"/>
                </a:cubicBezTo>
                <a:cubicBezTo>
                  <a:pt x="1617396" y="3145657"/>
                  <a:pt x="1558789" y="3168199"/>
                  <a:pt x="1497680" y="3168199"/>
                </a:cubicBezTo>
                <a:lnTo>
                  <a:pt x="230412" y="3168199"/>
                </a:lnTo>
                <a:cubicBezTo>
                  <a:pt x="169303" y="3168199"/>
                  <a:pt x="110696" y="3145657"/>
                  <a:pt x="67485" y="3105534"/>
                </a:cubicBezTo>
                <a:cubicBezTo>
                  <a:pt x="24275" y="3065410"/>
                  <a:pt x="0" y="3010989"/>
                  <a:pt x="0" y="2954245"/>
                </a:cubicBezTo>
                <a:lnTo>
                  <a:pt x="0" y="1670519"/>
                </a:lnTo>
              </a:path>
            </a:pathLst>
          </a:custGeom>
          <a:noFill/>
          <a:ln w="72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86303" y="1378173"/>
            <a:ext cx="1728092" cy="3168205"/>
          </a:xfrm>
          <a:custGeom>
            <a:avLst/>
            <a:gdLst/>
            <a:ahLst/>
            <a:cxnLst/>
            <a:rect l="0" t="0" r="0" b="0"/>
            <a:pathLst>
              <a:path w="1728092" h="3168205">
                <a:moveTo>
                  <a:pt x="0" y="2954245"/>
                </a:moveTo>
                <a:cubicBezTo>
                  <a:pt x="0" y="3010985"/>
                  <a:pt x="24279" y="3065411"/>
                  <a:pt x="67484" y="3105531"/>
                </a:cubicBezTo>
                <a:cubicBezTo>
                  <a:pt x="110699" y="3145659"/>
                  <a:pt x="169306" y="3168205"/>
                  <a:pt x="230409" y="3168205"/>
                </a:cubicBezTo>
                <a:lnTo>
                  <a:pt x="1497682" y="3168205"/>
                </a:lnTo>
                <a:cubicBezTo>
                  <a:pt x="1558785" y="3168205"/>
                  <a:pt x="1617392" y="3145659"/>
                  <a:pt x="1660607" y="3105531"/>
                </a:cubicBezTo>
                <a:cubicBezTo>
                  <a:pt x="1703812" y="3065411"/>
                  <a:pt x="1728092" y="3010985"/>
                  <a:pt x="1728092" y="2954245"/>
                </a:cubicBezTo>
                <a:lnTo>
                  <a:pt x="1728092" y="230409"/>
                </a:lnTo>
                <a:cubicBezTo>
                  <a:pt x="1728092" y="169306"/>
                  <a:pt x="1703812" y="110699"/>
                  <a:pt x="1660607" y="67484"/>
                </a:cubicBezTo>
                <a:cubicBezTo>
                  <a:pt x="1617392" y="24279"/>
                  <a:pt x="1558785" y="0"/>
                  <a:pt x="1497682" y="0"/>
                </a:cubicBezTo>
                <a:lnTo>
                  <a:pt x="230409" y="0"/>
                </a:lnTo>
                <a:cubicBezTo>
                  <a:pt x="169306" y="0"/>
                  <a:pt x="110699" y="24279"/>
                  <a:pt x="67484" y="67484"/>
                </a:cubicBezTo>
                <a:cubicBezTo>
                  <a:pt x="24279" y="110699"/>
                  <a:pt x="0" y="169306"/>
                  <a:pt x="0" y="230409"/>
                </a:cubicBezTo>
                <a:lnTo>
                  <a:pt x="0" y="2954245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86303" y="1378174"/>
            <a:ext cx="1728092" cy="3168199"/>
          </a:xfrm>
          <a:custGeom>
            <a:avLst/>
            <a:gdLst/>
            <a:ahLst/>
            <a:cxnLst/>
            <a:rect l="0" t="0" r="0" b="0"/>
            <a:pathLst>
              <a:path w="1728092" h="3168199">
                <a:moveTo>
                  <a:pt x="1728092" y="1670519"/>
                </a:moveTo>
                <a:lnTo>
                  <a:pt x="1728092" y="345618"/>
                </a:lnTo>
                <a:moveTo>
                  <a:pt x="0" y="345618"/>
                </a:moveTo>
                <a:lnTo>
                  <a:pt x="0" y="1670519"/>
                </a:lnTo>
                <a:moveTo>
                  <a:pt x="1728092" y="1670519"/>
                </a:moveTo>
                <a:lnTo>
                  <a:pt x="1728092" y="2954245"/>
                </a:lnTo>
                <a:cubicBezTo>
                  <a:pt x="1728092" y="3010989"/>
                  <a:pt x="1703817" y="3065410"/>
                  <a:pt x="1660607" y="3105534"/>
                </a:cubicBezTo>
                <a:cubicBezTo>
                  <a:pt x="1617396" y="3145657"/>
                  <a:pt x="1558789" y="3168199"/>
                  <a:pt x="1497680" y="3168199"/>
                </a:cubicBezTo>
                <a:lnTo>
                  <a:pt x="230412" y="3168199"/>
                </a:lnTo>
                <a:cubicBezTo>
                  <a:pt x="169303" y="3168199"/>
                  <a:pt x="110696" y="3145657"/>
                  <a:pt x="67485" y="3105534"/>
                </a:cubicBezTo>
                <a:cubicBezTo>
                  <a:pt x="24275" y="3065410"/>
                  <a:pt x="0" y="3010989"/>
                  <a:pt x="0" y="2954245"/>
                </a:cubicBezTo>
                <a:lnTo>
                  <a:pt x="0" y="1670519"/>
                </a:lnTo>
                <a:moveTo>
                  <a:pt x="1728092" y="345618"/>
                </a:moveTo>
                <a:lnTo>
                  <a:pt x="1728092" y="230412"/>
                </a:lnTo>
                <a:cubicBezTo>
                  <a:pt x="1728092" y="169303"/>
                  <a:pt x="1703817" y="110696"/>
                  <a:pt x="1660607" y="67485"/>
                </a:cubicBezTo>
                <a:cubicBezTo>
                  <a:pt x="1617396" y="24275"/>
                  <a:pt x="1558789" y="0"/>
                  <a:pt x="1497680" y="0"/>
                </a:cubicBezTo>
                <a:lnTo>
                  <a:pt x="230412" y="0"/>
                </a:lnTo>
                <a:cubicBezTo>
                  <a:pt x="169303" y="0"/>
                  <a:pt x="110696" y="24275"/>
                  <a:pt x="67485" y="67485"/>
                </a:cubicBezTo>
                <a:cubicBezTo>
                  <a:pt x="24275" y="110696"/>
                  <a:pt x="0" y="169303"/>
                  <a:pt x="0" y="230412"/>
                </a:cubicBezTo>
                <a:lnTo>
                  <a:pt x="0" y="345618"/>
                </a:lnTo>
              </a:path>
            </a:pathLst>
          </a:custGeom>
          <a:noFill/>
          <a:ln w="72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29602" y="1378173"/>
            <a:ext cx="1728092" cy="3168205"/>
          </a:xfrm>
          <a:custGeom>
            <a:avLst/>
            <a:gdLst/>
            <a:ahLst/>
            <a:cxnLst/>
            <a:rect l="0" t="0" r="0" b="0"/>
            <a:pathLst>
              <a:path w="1728092" h="3168205">
                <a:moveTo>
                  <a:pt x="0" y="2954245"/>
                </a:moveTo>
                <a:cubicBezTo>
                  <a:pt x="0" y="3010985"/>
                  <a:pt x="24279" y="3065411"/>
                  <a:pt x="67484" y="3105531"/>
                </a:cubicBezTo>
                <a:cubicBezTo>
                  <a:pt x="110699" y="3145659"/>
                  <a:pt x="169306" y="3168205"/>
                  <a:pt x="230409" y="3168205"/>
                </a:cubicBezTo>
                <a:lnTo>
                  <a:pt x="1497682" y="3168205"/>
                </a:lnTo>
                <a:cubicBezTo>
                  <a:pt x="1558785" y="3168205"/>
                  <a:pt x="1617392" y="3145659"/>
                  <a:pt x="1660607" y="3105531"/>
                </a:cubicBezTo>
                <a:cubicBezTo>
                  <a:pt x="1703812" y="3065411"/>
                  <a:pt x="1728092" y="3010985"/>
                  <a:pt x="1728092" y="2954245"/>
                </a:cubicBezTo>
                <a:lnTo>
                  <a:pt x="1728092" y="230409"/>
                </a:lnTo>
                <a:cubicBezTo>
                  <a:pt x="1728092" y="169306"/>
                  <a:pt x="1703812" y="110699"/>
                  <a:pt x="1660607" y="67484"/>
                </a:cubicBezTo>
                <a:cubicBezTo>
                  <a:pt x="1617392" y="24279"/>
                  <a:pt x="1558785" y="0"/>
                  <a:pt x="1497682" y="0"/>
                </a:cubicBezTo>
                <a:lnTo>
                  <a:pt x="230409" y="0"/>
                </a:lnTo>
                <a:cubicBezTo>
                  <a:pt x="169306" y="0"/>
                  <a:pt x="110699" y="24279"/>
                  <a:pt x="67484" y="67484"/>
                </a:cubicBezTo>
                <a:cubicBezTo>
                  <a:pt x="24279" y="110699"/>
                  <a:pt x="0" y="169306"/>
                  <a:pt x="0" y="230409"/>
                </a:cubicBezTo>
                <a:lnTo>
                  <a:pt x="0" y="2954245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29602" y="1378174"/>
            <a:ext cx="1728092" cy="3168199"/>
          </a:xfrm>
          <a:custGeom>
            <a:avLst/>
            <a:gdLst/>
            <a:ahLst/>
            <a:cxnLst/>
            <a:rect l="0" t="0" r="0" b="0"/>
            <a:pathLst>
              <a:path w="1728092" h="3168199">
                <a:moveTo>
                  <a:pt x="1728092" y="345618"/>
                </a:moveTo>
                <a:lnTo>
                  <a:pt x="1728092" y="230412"/>
                </a:lnTo>
                <a:cubicBezTo>
                  <a:pt x="1728092" y="169303"/>
                  <a:pt x="1703817" y="110696"/>
                  <a:pt x="1660607" y="67485"/>
                </a:cubicBezTo>
                <a:cubicBezTo>
                  <a:pt x="1617396" y="24275"/>
                  <a:pt x="1558789" y="0"/>
                  <a:pt x="1497680" y="0"/>
                </a:cubicBezTo>
                <a:lnTo>
                  <a:pt x="230412" y="0"/>
                </a:lnTo>
                <a:cubicBezTo>
                  <a:pt x="169303" y="0"/>
                  <a:pt x="110696" y="24275"/>
                  <a:pt x="67485" y="67485"/>
                </a:cubicBezTo>
                <a:cubicBezTo>
                  <a:pt x="24275" y="110696"/>
                  <a:pt x="0" y="169303"/>
                  <a:pt x="0" y="230412"/>
                </a:cubicBezTo>
                <a:lnTo>
                  <a:pt x="0" y="345618"/>
                </a:lnTo>
                <a:moveTo>
                  <a:pt x="1728092" y="1670519"/>
                </a:moveTo>
                <a:lnTo>
                  <a:pt x="1728092" y="345618"/>
                </a:lnTo>
                <a:moveTo>
                  <a:pt x="0" y="345618"/>
                </a:moveTo>
                <a:lnTo>
                  <a:pt x="0" y="1670519"/>
                </a:lnTo>
                <a:moveTo>
                  <a:pt x="1728092" y="1670519"/>
                </a:moveTo>
                <a:lnTo>
                  <a:pt x="1728092" y="2954245"/>
                </a:lnTo>
                <a:cubicBezTo>
                  <a:pt x="1728092" y="3010989"/>
                  <a:pt x="1703817" y="3065410"/>
                  <a:pt x="1660607" y="3105534"/>
                </a:cubicBezTo>
                <a:cubicBezTo>
                  <a:pt x="1617396" y="3145657"/>
                  <a:pt x="1558789" y="3168199"/>
                  <a:pt x="1497680" y="3168199"/>
                </a:cubicBezTo>
                <a:lnTo>
                  <a:pt x="230412" y="3168199"/>
                </a:lnTo>
                <a:cubicBezTo>
                  <a:pt x="169303" y="3168199"/>
                  <a:pt x="110696" y="3145657"/>
                  <a:pt x="67485" y="3105534"/>
                </a:cubicBezTo>
                <a:cubicBezTo>
                  <a:pt x="24275" y="3065410"/>
                  <a:pt x="0" y="3010989"/>
                  <a:pt x="0" y="2954245"/>
                </a:cubicBezTo>
                <a:lnTo>
                  <a:pt x="0" y="1670519"/>
                </a:lnTo>
              </a:path>
            </a:pathLst>
          </a:custGeom>
          <a:noFill/>
          <a:ln w="72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72901" y="1378173"/>
            <a:ext cx="1728092" cy="3168205"/>
          </a:xfrm>
          <a:custGeom>
            <a:avLst/>
            <a:gdLst/>
            <a:ahLst/>
            <a:cxnLst/>
            <a:rect l="0" t="0" r="0" b="0"/>
            <a:pathLst>
              <a:path w="1728092" h="3168205">
                <a:moveTo>
                  <a:pt x="0" y="2954245"/>
                </a:moveTo>
                <a:cubicBezTo>
                  <a:pt x="0" y="3010985"/>
                  <a:pt x="24279" y="3065411"/>
                  <a:pt x="67484" y="3105531"/>
                </a:cubicBezTo>
                <a:cubicBezTo>
                  <a:pt x="110699" y="3145659"/>
                  <a:pt x="169306" y="3168205"/>
                  <a:pt x="230409" y="3168205"/>
                </a:cubicBezTo>
                <a:lnTo>
                  <a:pt x="1497682" y="3168205"/>
                </a:lnTo>
                <a:cubicBezTo>
                  <a:pt x="1558785" y="3168205"/>
                  <a:pt x="1617392" y="3145659"/>
                  <a:pt x="1660607" y="3105531"/>
                </a:cubicBezTo>
                <a:cubicBezTo>
                  <a:pt x="1703812" y="3065411"/>
                  <a:pt x="1728092" y="3010985"/>
                  <a:pt x="1728092" y="2954245"/>
                </a:cubicBezTo>
                <a:lnTo>
                  <a:pt x="1728092" y="230409"/>
                </a:lnTo>
                <a:cubicBezTo>
                  <a:pt x="1728092" y="169306"/>
                  <a:pt x="1703812" y="110699"/>
                  <a:pt x="1660607" y="67484"/>
                </a:cubicBezTo>
                <a:cubicBezTo>
                  <a:pt x="1617392" y="24279"/>
                  <a:pt x="1558785" y="0"/>
                  <a:pt x="1497682" y="0"/>
                </a:cubicBezTo>
                <a:lnTo>
                  <a:pt x="230409" y="0"/>
                </a:lnTo>
                <a:cubicBezTo>
                  <a:pt x="169306" y="0"/>
                  <a:pt x="110699" y="24279"/>
                  <a:pt x="67484" y="67484"/>
                </a:cubicBezTo>
                <a:cubicBezTo>
                  <a:pt x="24279" y="110699"/>
                  <a:pt x="0" y="169306"/>
                  <a:pt x="0" y="230409"/>
                </a:cubicBezTo>
                <a:lnTo>
                  <a:pt x="0" y="2954245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2901" y="1378174"/>
            <a:ext cx="1728092" cy="3168199"/>
          </a:xfrm>
          <a:custGeom>
            <a:avLst/>
            <a:gdLst/>
            <a:ahLst/>
            <a:cxnLst/>
            <a:rect l="0" t="0" r="0" b="0"/>
            <a:pathLst>
              <a:path w="1728092" h="3168199">
                <a:moveTo>
                  <a:pt x="1728092" y="345618"/>
                </a:moveTo>
                <a:lnTo>
                  <a:pt x="1728092" y="230412"/>
                </a:lnTo>
                <a:cubicBezTo>
                  <a:pt x="1728092" y="169303"/>
                  <a:pt x="1703817" y="110696"/>
                  <a:pt x="1660607" y="67485"/>
                </a:cubicBezTo>
                <a:cubicBezTo>
                  <a:pt x="1617396" y="24275"/>
                  <a:pt x="1558789" y="0"/>
                  <a:pt x="1497680" y="0"/>
                </a:cubicBezTo>
                <a:lnTo>
                  <a:pt x="230412" y="0"/>
                </a:lnTo>
                <a:cubicBezTo>
                  <a:pt x="169303" y="0"/>
                  <a:pt x="110696" y="24275"/>
                  <a:pt x="67485" y="67485"/>
                </a:cubicBezTo>
                <a:cubicBezTo>
                  <a:pt x="24275" y="110696"/>
                  <a:pt x="0" y="169303"/>
                  <a:pt x="0" y="230412"/>
                </a:cubicBezTo>
                <a:lnTo>
                  <a:pt x="0" y="345618"/>
                </a:lnTo>
                <a:moveTo>
                  <a:pt x="1728092" y="1670519"/>
                </a:moveTo>
                <a:lnTo>
                  <a:pt x="1728092" y="345618"/>
                </a:lnTo>
                <a:moveTo>
                  <a:pt x="0" y="345618"/>
                </a:moveTo>
                <a:lnTo>
                  <a:pt x="0" y="1670519"/>
                </a:lnTo>
                <a:moveTo>
                  <a:pt x="1728092" y="1670519"/>
                </a:moveTo>
                <a:lnTo>
                  <a:pt x="1728092" y="2954245"/>
                </a:lnTo>
                <a:cubicBezTo>
                  <a:pt x="1728092" y="3010989"/>
                  <a:pt x="1703817" y="3065410"/>
                  <a:pt x="1660607" y="3105534"/>
                </a:cubicBezTo>
                <a:cubicBezTo>
                  <a:pt x="1617396" y="3145657"/>
                  <a:pt x="1558789" y="3168199"/>
                  <a:pt x="1497680" y="3168199"/>
                </a:cubicBezTo>
                <a:lnTo>
                  <a:pt x="230412" y="3168199"/>
                </a:lnTo>
                <a:cubicBezTo>
                  <a:pt x="169303" y="3168199"/>
                  <a:pt x="110696" y="3145657"/>
                  <a:pt x="67485" y="3105534"/>
                </a:cubicBezTo>
                <a:cubicBezTo>
                  <a:pt x="24275" y="3065410"/>
                  <a:pt x="0" y="3010989"/>
                  <a:pt x="0" y="2954245"/>
                </a:cubicBezTo>
                <a:lnTo>
                  <a:pt x="0" y="1670519"/>
                </a:lnTo>
              </a:path>
            </a:pathLst>
          </a:custGeom>
          <a:noFill/>
          <a:ln w="72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7386" y="2703074"/>
            <a:ext cx="7949227" cy="1382482"/>
          </a:xfrm>
          <a:custGeom>
            <a:avLst/>
            <a:gdLst/>
            <a:ahLst/>
            <a:cxnLst/>
            <a:rect l="0" t="0" r="0" b="0"/>
            <a:pathLst>
              <a:path w="7949227" h="1382482">
                <a:moveTo>
                  <a:pt x="7766817" y="1238466"/>
                </a:moveTo>
                <a:lnTo>
                  <a:pt x="7834021" y="1315270"/>
                </a:lnTo>
                <a:lnTo>
                  <a:pt x="7901225" y="1238466"/>
                </a:lnTo>
                <a:moveTo>
                  <a:pt x="7901225" y="1238466"/>
                </a:moveTo>
                <a:lnTo>
                  <a:pt x="7834021" y="1315270"/>
                </a:lnTo>
                <a:lnTo>
                  <a:pt x="7766817" y="1238466"/>
                </a:lnTo>
                <a:moveTo>
                  <a:pt x="7555606" y="1027255"/>
                </a:moveTo>
                <a:lnTo>
                  <a:pt x="7488402" y="950451"/>
                </a:lnTo>
                <a:lnTo>
                  <a:pt x="7421199" y="1027255"/>
                </a:lnTo>
                <a:moveTo>
                  <a:pt x="7421199" y="1027255"/>
                </a:moveTo>
                <a:lnTo>
                  <a:pt x="7488402" y="950451"/>
                </a:lnTo>
                <a:lnTo>
                  <a:pt x="7555606" y="1027255"/>
                </a:lnTo>
                <a:moveTo>
                  <a:pt x="7555606" y="1142461"/>
                </a:moveTo>
                <a:lnTo>
                  <a:pt x="7488402" y="1065657"/>
                </a:lnTo>
                <a:lnTo>
                  <a:pt x="7421199" y="1142461"/>
                </a:lnTo>
                <a:moveTo>
                  <a:pt x="7421199" y="1142461"/>
                </a:moveTo>
                <a:lnTo>
                  <a:pt x="7488402" y="1065657"/>
                </a:lnTo>
                <a:lnTo>
                  <a:pt x="7555606" y="1142461"/>
                </a:lnTo>
                <a:moveTo>
                  <a:pt x="7555606" y="1257667"/>
                </a:moveTo>
                <a:lnTo>
                  <a:pt x="7488402" y="1180863"/>
                </a:lnTo>
                <a:lnTo>
                  <a:pt x="7421199" y="1257667"/>
                </a:lnTo>
                <a:moveTo>
                  <a:pt x="7421199" y="1257667"/>
                </a:moveTo>
                <a:lnTo>
                  <a:pt x="7488402" y="1180863"/>
                </a:lnTo>
                <a:lnTo>
                  <a:pt x="7555606" y="1257667"/>
                </a:lnTo>
                <a:moveTo>
                  <a:pt x="7296392" y="808657"/>
                </a:moveTo>
                <a:lnTo>
                  <a:pt x="7142784" y="684618"/>
                </a:lnTo>
                <a:lnTo>
                  <a:pt x="6989176" y="808657"/>
                </a:lnTo>
                <a:moveTo>
                  <a:pt x="6989176" y="808657"/>
                </a:moveTo>
                <a:lnTo>
                  <a:pt x="7142784" y="684618"/>
                </a:lnTo>
                <a:lnTo>
                  <a:pt x="7296392" y="808657"/>
                </a:lnTo>
                <a:moveTo>
                  <a:pt x="7296392" y="994799"/>
                </a:moveTo>
                <a:lnTo>
                  <a:pt x="7142784" y="870666"/>
                </a:lnTo>
                <a:lnTo>
                  <a:pt x="6989176" y="994799"/>
                </a:lnTo>
                <a:moveTo>
                  <a:pt x="6989176" y="994799"/>
                </a:moveTo>
                <a:lnTo>
                  <a:pt x="7142784" y="870666"/>
                </a:lnTo>
                <a:lnTo>
                  <a:pt x="7296392" y="994799"/>
                </a:lnTo>
                <a:moveTo>
                  <a:pt x="7296392" y="1180864"/>
                </a:moveTo>
                <a:lnTo>
                  <a:pt x="7142784" y="1056825"/>
                </a:lnTo>
                <a:lnTo>
                  <a:pt x="6989176" y="1180864"/>
                </a:lnTo>
                <a:moveTo>
                  <a:pt x="6989176" y="1180864"/>
                </a:moveTo>
                <a:lnTo>
                  <a:pt x="7142784" y="1056825"/>
                </a:lnTo>
                <a:lnTo>
                  <a:pt x="7296392" y="1180864"/>
                </a:lnTo>
                <a:moveTo>
                  <a:pt x="1536082" y="808657"/>
                </a:moveTo>
                <a:lnTo>
                  <a:pt x="1382474" y="684618"/>
                </a:lnTo>
                <a:lnTo>
                  <a:pt x="1228866" y="808657"/>
                </a:lnTo>
                <a:moveTo>
                  <a:pt x="1228866" y="808657"/>
                </a:moveTo>
                <a:lnTo>
                  <a:pt x="1382474" y="684618"/>
                </a:lnTo>
                <a:lnTo>
                  <a:pt x="1536082" y="808657"/>
                </a:lnTo>
                <a:moveTo>
                  <a:pt x="1536082" y="994799"/>
                </a:moveTo>
                <a:lnTo>
                  <a:pt x="1382474" y="870666"/>
                </a:lnTo>
                <a:lnTo>
                  <a:pt x="1228866" y="994799"/>
                </a:lnTo>
                <a:moveTo>
                  <a:pt x="1228866" y="994799"/>
                </a:moveTo>
                <a:lnTo>
                  <a:pt x="1382474" y="870666"/>
                </a:lnTo>
                <a:lnTo>
                  <a:pt x="1536082" y="994799"/>
                </a:lnTo>
                <a:moveTo>
                  <a:pt x="1536082" y="1180864"/>
                </a:moveTo>
                <a:lnTo>
                  <a:pt x="1382474" y="1056825"/>
                </a:lnTo>
                <a:lnTo>
                  <a:pt x="1228866" y="1180864"/>
                </a:lnTo>
                <a:moveTo>
                  <a:pt x="1228866" y="1180864"/>
                </a:moveTo>
                <a:lnTo>
                  <a:pt x="1382474" y="1056825"/>
                </a:lnTo>
                <a:lnTo>
                  <a:pt x="1536082" y="1180864"/>
                </a:lnTo>
                <a:moveTo>
                  <a:pt x="960051" y="808657"/>
                </a:moveTo>
                <a:lnTo>
                  <a:pt x="806443" y="684618"/>
                </a:lnTo>
                <a:lnTo>
                  <a:pt x="652835" y="808657"/>
                </a:lnTo>
                <a:moveTo>
                  <a:pt x="652835" y="808657"/>
                </a:moveTo>
                <a:lnTo>
                  <a:pt x="806443" y="684618"/>
                </a:lnTo>
                <a:lnTo>
                  <a:pt x="960051" y="808657"/>
                </a:lnTo>
                <a:moveTo>
                  <a:pt x="960051" y="994799"/>
                </a:moveTo>
                <a:lnTo>
                  <a:pt x="806443" y="870666"/>
                </a:lnTo>
                <a:lnTo>
                  <a:pt x="652835" y="994799"/>
                </a:lnTo>
                <a:moveTo>
                  <a:pt x="652835" y="994799"/>
                </a:moveTo>
                <a:lnTo>
                  <a:pt x="806443" y="870666"/>
                </a:lnTo>
                <a:lnTo>
                  <a:pt x="960051" y="994799"/>
                </a:lnTo>
                <a:moveTo>
                  <a:pt x="960051" y="1180864"/>
                </a:moveTo>
                <a:lnTo>
                  <a:pt x="806443" y="1056825"/>
                </a:lnTo>
                <a:lnTo>
                  <a:pt x="652835" y="1180864"/>
                </a:lnTo>
                <a:moveTo>
                  <a:pt x="652835" y="1180864"/>
                </a:moveTo>
                <a:lnTo>
                  <a:pt x="806443" y="1056825"/>
                </a:lnTo>
                <a:lnTo>
                  <a:pt x="960051" y="1180864"/>
                </a:lnTo>
                <a:moveTo>
                  <a:pt x="547229" y="1054626"/>
                </a:moveTo>
                <a:lnTo>
                  <a:pt x="459480" y="983677"/>
                </a:lnTo>
                <a:lnTo>
                  <a:pt x="371636" y="1054626"/>
                </a:lnTo>
                <a:moveTo>
                  <a:pt x="371636" y="1054626"/>
                </a:moveTo>
                <a:lnTo>
                  <a:pt x="459480" y="983677"/>
                </a:lnTo>
                <a:lnTo>
                  <a:pt x="547229" y="1054626"/>
                </a:lnTo>
                <a:moveTo>
                  <a:pt x="547229" y="1160885"/>
                </a:moveTo>
                <a:lnTo>
                  <a:pt x="459480" y="1090033"/>
                </a:lnTo>
                <a:lnTo>
                  <a:pt x="371636" y="1160885"/>
                </a:lnTo>
                <a:moveTo>
                  <a:pt x="371636" y="1160885"/>
                </a:moveTo>
                <a:lnTo>
                  <a:pt x="459480" y="1090033"/>
                </a:lnTo>
                <a:lnTo>
                  <a:pt x="547229" y="1160885"/>
                </a:lnTo>
                <a:moveTo>
                  <a:pt x="547229" y="1267259"/>
                </a:moveTo>
                <a:lnTo>
                  <a:pt x="459480" y="1196407"/>
                </a:lnTo>
                <a:lnTo>
                  <a:pt x="371636" y="1267259"/>
                </a:lnTo>
                <a:moveTo>
                  <a:pt x="371636" y="1267259"/>
                </a:moveTo>
                <a:lnTo>
                  <a:pt x="459480" y="1196407"/>
                </a:lnTo>
                <a:lnTo>
                  <a:pt x="547229" y="1267259"/>
                </a:lnTo>
                <a:moveTo>
                  <a:pt x="6845168" y="1238466"/>
                </a:moveTo>
                <a:lnTo>
                  <a:pt x="6912371" y="1315270"/>
                </a:lnTo>
                <a:lnTo>
                  <a:pt x="6979575" y="1238466"/>
                </a:lnTo>
                <a:moveTo>
                  <a:pt x="6979575" y="1238466"/>
                </a:moveTo>
                <a:lnTo>
                  <a:pt x="6912371" y="1315270"/>
                </a:lnTo>
                <a:lnTo>
                  <a:pt x="6845168" y="1238466"/>
                </a:lnTo>
                <a:moveTo>
                  <a:pt x="3043363" y="1238466"/>
                </a:moveTo>
                <a:lnTo>
                  <a:pt x="3110567" y="1315270"/>
                </a:lnTo>
                <a:lnTo>
                  <a:pt x="3177770" y="1238466"/>
                </a:lnTo>
                <a:moveTo>
                  <a:pt x="3177770" y="1238466"/>
                </a:moveTo>
                <a:lnTo>
                  <a:pt x="3110567" y="1315270"/>
                </a:lnTo>
                <a:lnTo>
                  <a:pt x="3043363" y="1238466"/>
                </a:lnTo>
                <a:moveTo>
                  <a:pt x="2812951" y="1238466"/>
                </a:moveTo>
                <a:lnTo>
                  <a:pt x="2880155" y="1315270"/>
                </a:lnTo>
                <a:lnTo>
                  <a:pt x="2947358" y="1238466"/>
                </a:lnTo>
                <a:moveTo>
                  <a:pt x="2947358" y="1238466"/>
                </a:moveTo>
                <a:lnTo>
                  <a:pt x="2880155" y="1315270"/>
                </a:lnTo>
                <a:lnTo>
                  <a:pt x="2812951" y="1238466"/>
                </a:lnTo>
                <a:moveTo>
                  <a:pt x="2582538" y="1238466"/>
                </a:moveTo>
                <a:lnTo>
                  <a:pt x="2649742" y="1315270"/>
                </a:lnTo>
                <a:lnTo>
                  <a:pt x="2716946" y="1238466"/>
                </a:lnTo>
                <a:moveTo>
                  <a:pt x="2716946" y="1238466"/>
                </a:moveTo>
                <a:lnTo>
                  <a:pt x="2649742" y="1315270"/>
                </a:lnTo>
                <a:lnTo>
                  <a:pt x="2582538" y="1238466"/>
                </a:lnTo>
                <a:moveTo>
                  <a:pt x="969652" y="1238466"/>
                </a:moveTo>
                <a:lnTo>
                  <a:pt x="1036855" y="1315270"/>
                </a:lnTo>
                <a:lnTo>
                  <a:pt x="1104059" y="1238466"/>
                </a:lnTo>
                <a:moveTo>
                  <a:pt x="1104059" y="1238466"/>
                </a:moveTo>
                <a:lnTo>
                  <a:pt x="1036855" y="1315270"/>
                </a:lnTo>
                <a:lnTo>
                  <a:pt x="969652" y="1238466"/>
                </a:lnTo>
                <a:moveTo>
                  <a:pt x="48002" y="1238466"/>
                </a:moveTo>
                <a:lnTo>
                  <a:pt x="115206" y="1315270"/>
                </a:lnTo>
                <a:lnTo>
                  <a:pt x="182409" y="1238466"/>
                </a:lnTo>
                <a:moveTo>
                  <a:pt x="182409" y="1238466"/>
                </a:moveTo>
                <a:lnTo>
                  <a:pt x="115206" y="1315270"/>
                </a:lnTo>
                <a:lnTo>
                  <a:pt x="48002" y="1238466"/>
                </a:lnTo>
                <a:moveTo>
                  <a:pt x="2755350" y="1200064"/>
                </a:moveTo>
                <a:lnTo>
                  <a:pt x="2561036" y="1086202"/>
                </a:lnTo>
                <a:cubicBezTo>
                  <a:pt x="2498707" y="1049710"/>
                  <a:pt x="2442766" y="1003271"/>
                  <a:pt x="2395426" y="948723"/>
                </a:cubicBezTo>
                <a:lnTo>
                  <a:pt x="2196216" y="718982"/>
                </a:lnTo>
                <a:cubicBezTo>
                  <a:pt x="2184733" y="705708"/>
                  <a:pt x="2168893" y="696965"/>
                  <a:pt x="2151542" y="694325"/>
                </a:cubicBezTo>
                <a:cubicBezTo>
                  <a:pt x="2134190" y="691686"/>
                  <a:pt x="2116465" y="695323"/>
                  <a:pt x="2101555" y="704581"/>
                </a:cubicBezTo>
                <a:lnTo>
                  <a:pt x="2020142" y="755081"/>
                </a:lnTo>
                <a:cubicBezTo>
                  <a:pt x="2004175" y="764971"/>
                  <a:pt x="1986280" y="771339"/>
                  <a:pt x="1967654" y="773756"/>
                </a:cubicBezTo>
                <a:cubicBezTo>
                  <a:pt x="1949027" y="776173"/>
                  <a:pt x="1930100" y="774584"/>
                  <a:pt x="1912136" y="769097"/>
                </a:cubicBezTo>
                <a:cubicBezTo>
                  <a:pt x="1893101" y="763267"/>
                  <a:pt x="1872992" y="761828"/>
                  <a:pt x="1853321" y="764888"/>
                </a:cubicBezTo>
                <a:cubicBezTo>
                  <a:pt x="1833649" y="767948"/>
                  <a:pt x="1814928" y="775426"/>
                  <a:pt x="1798562" y="786762"/>
                </a:cubicBezTo>
                <a:lnTo>
                  <a:pt x="1690556" y="861359"/>
                </a:lnTo>
                <a:cubicBezTo>
                  <a:pt x="1670434" y="875266"/>
                  <a:pt x="1647671" y="884895"/>
                  <a:pt x="1623676" y="889652"/>
                </a:cubicBezTo>
                <a:cubicBezTo>
                  <a:pt x="1599683" y="894408"/>
                  <a:pt x="1574967" y="894189"/>
                  <a:pt x="1551061" y="889008"/>
                </a:cubicBezTo>
                <a:lnTo>
                  <a:pt x="1531188" y="884591"/>
                </a:lnTo>
                <a:moveTo>
                  <a:pt x="2129584" y="891117"/>
                </a:moveTo>
                <a:lnTo>
                  <a:pt x="2201780" y="849067"/>
                </a:lnTo>
                <a:cubicBezTo>
                  <a:pt x="2210843" y="843770"/>
                  <a:pt x="2220964" y="840541"/>
                  <a:pt x="2231421" y="839612"/>
                </a:cubicBezTo>
                <a:cubicBezTo>
                  <a:pt x="2241877" y="838682"/>
                  <a:pt x="2252408" y="840075"/>
                  <a:pt x="2262263" y="843691"/>
                </a:cubicBezTo>
                <a:cubicBezTo>
                  <a:pt x="2289645" y="853301"/>
                  <a:pt x="2315509" y="866782"/>
                  <a:pt x="2339067" y="883725"/>
                </a:cubicBezTo>
                <a:moveTo>
                  <a:pt x="2250552" y="777641"/>
                </a:moveTo>
                <a:lnTo>
                  <a:pt x="2279353" y="782154"/>
                </a:lnTo>
                <a:moveTo>
                  <a:pt x="5587500" y="768041"/>
                </a:moveTo>
                <a:lnTo>
                  <a:pt x="5558699" y="772745"/>
                </a:lnTo>
                <a:moveTo>
                  <a:pt x="2246520" y="691237"/>
                </a:moveTo>
                <a:lnTo>
                  <a:pt x="2246520" y="776873"/>
                </a:lnTo>
                <a:lnTo>
                  <a:pt x="2250552" y="777641"/>
                </a:lnTo>
                <a:moveTo>
                  <a:pt x="2306330" y="1288781"/>
                </a:moveTo>
                <a:lnTo>
                  <a:pt x="2200724" y="1137958"/>
                </a:lnTo>
                <a:cubicBezTo>
                  <a:pt x="2195624" y="1130702"/>
                  <a:pt x="2187982" y="1125630"/>
                  <a:pt x="2179315" y="1123749"/>
                </a:cubicBezTo>
                <a:cubicBezTo>
                  <a:pt x="2155586" y="1118746"/>
                  <a:pt x="2132331" y="1111711"/>
                  <a:pt x="2109807" y="1102723"/>
                </a:cubicBezTo>
                <a:cubicBezTo>
                  <a:pt x="2102818" y="1099793"/>
                  <a:pt x="2095069" y="1099200"/>
                  <a:pt x="2087715" y="1101035"/>
                </a:cubicBezTo>
                <a:cubicBezTo>
                  <a:pt x="2080362" y="1102868"/>
                  <a:pt x="2073799" y="1107030"/>
                  <a:pt x="2069005" y="1112900"/>
                </a:cubicBezTo>
                <a:lnTo>
                  <a:pt x="2004777" y="1192009"/>
                </a:lnTo>
                <a:moveTo>
                  <a:pt x="1830243" y="1181335"/>
                </a:moveTo>
                <a:lnTo>
                  <a:pt x="1917512" y="1104531"/>
                </a:lnTo>
                <a:cubicBezTo>
                  <a:pt x="1925501" y="1097458"/>
                  <a:pt x="1935486" y="1093032"/>
                  <a:pt x="1946093" y="1091863"/>
                </a:cubicBezTo>
                <a:cubicBezTo>
                  <a:pt x="1956700" y="1090694"/>
                  <a:pt x="1967408" y="1092839"/>
                  <a:pt x="1976747" y="1098003"/>
                </a:cubicBezTo>
                <a:lnTo>
                  <a:pt x="2048847" y="1137557"/>
                </a:lnTo>
                <a:moveTo>
                  <a:pt x="5826937" y="1382482"/>
                </a:moveTo>
                <a:lnTo>
                  <a:pt x="5730932" y="1203241"/>
                </a:lnTo>
                <a:cubicBezTo>
                  <a:pt x="5713381" y="1170316"/>
                  <a:pt x="5685432" y="1144122"/>
                  <a:pt x="5651439" y="1128740"/>
                </a:cubicBezTo>
                <a:lnTo>
                  <a:pt x="5586060" y="1099074"/>
                </a:lnTo>
                <a:cubicBezTo>
                  <a:pt x="5553419" y="1084360"/>
                  <a:pt x="5525980" y="1060134"/>
                  <a:pt x="5507336" y="1029567"/>
                </a:cubicBezTo>
                <a:lnTo>
                  <a:pt x="5449733" y="935578"/>
                </a:lnTo>
                <a:cubicBezTo>
                  <a:pt x="5447196" y="931409"/>
                  <a:pt x="5443727" y="927885"/>
                  <a:pt x="5439599" y="925281"/>
                </a:cubicBezTo>
                <a:cubicBezTo>
                  <a:pt x="5435471" y="922677"/>
                  <a:pt x="5430796" y="921066"/>
                  <a:pt x="5425941" y="920573"/>
                </a:cubicBezTo>
                <a:cubicBezTo>
                  <a:pt x="5421085" y="920080"/>
                  <a:pt x="5416182" y="920719"/>
                  <a:pt x="5411615" y="922439"/>
                </a:cubicBezTo>
                <a:cubicBezTo>
                  <a:pt x="5407048" y="924160"/>
                  <a:pt x="5402941" y="926915"/>
                  <a:pt x="5399618" y="930489"/>
                </a:cubicBezTo>
                <a:lnTo>
                  <a:pt x="5344127" y="990205"/>
                </a:lnTo>
                <a:cubicBezTo>
                  <a:pt x="5313905" y="1022754"/>
                  <a:pt x="5286026" y="1057402"/>
                  <a:pt x="5260699" y="1093890"/>
                </a:cubicBezTo>
                <a:cubicBezTo>
                  <a:pt x="5232570" y="1134492"/>
                  <a:pt x="5207692" y="1177251"/>
                  <a:pt x="5186295" y="1221770"/>
                </a:cubicBezTo>
                <a:lnTo>
                  <a:pt x="5165077" y="1267275"/>
                </a:lnTo>
                <a:moveTo>
                  <a:pt x="5601423" y="1230890"/>
                </a:moveTo>
                <a:cubicBezTo>
                  <a:pt x="5601423" y="1230890"/>
                  <a:pt x="5657874" y="1175591"/>
                  <a:pt x="5702228" y="1163687"/>
                </a:cubicBezTo>
                <a:moveTo>
                  <a:pt x="6089798" y="1023705"/>
                </a:moveTo>
                <a:lnTo>
                  <a:pt x="6207692" y="924340"/>
                </a:lnTo>
                <a:cubicBezTo>
                  <a:pt x="6221365" y="912793"/>
                  <a:pt x="6238185" y="905605"/>
                  <a:pt x="6255980" y="903706"/>
                </a:cubicBezTo>
                <a:cubicBezTo>
                  <a:pt x="6273776" y="901806"/>
                  <a:pt x="6291735" y="905281"/>
                  <a:pt x="6307537" y="913683"/>
                </a:cubicBezTo>
                <a:lnTo>
                  <a:pt x="6380213" y="952086"/>
                </a:lnTo>
                <a:cubicBezTo>
                  <a:pt x="6412042" y="969081"/>
                  <a:pt x="6448551" y="975216"/>
                  <a:pt x="6484186" y="969558"/>
                </a:cubicBezTo>
                <a:lnTo>
                  <a:pt x="6506940" y="966006"/>
                </a:lnTo>
                <a:cubicBezTo>
                  <a:pt x="6556551" y="958332"/>
                  <a:pt x="6604615" y="942774"/>
                  <a:pt x="6649315" y="919924"/>
                </a:cubicBezTo>
                <a:lnTo>
                  <a:pt x="6803788" y="840624"/>
                </a:lnTo>
                <a:cubicBezTo>
                  <a:pt x="6810693" y="837060"/>
                  <a:pt x="6818550" y="835781"/>
                  <a:pt x="6826229" y="836972"/>
                </a:cubicBezTo>
                <a:cubicBezTo>
                  <a:pt x="6833907" y="838162"/>
                  <a:pt x="6841009" y="841760"/>
                  <a:pt x="6846510" y="847248"/>
                </a:cubicBezTo>
                <a:lnTo>
                  <a:pt x="6891345" y="892082"/>
                </a:lnTo>
                <a:moveTo>
                  <a:pt x="5457701" y="947564"/>
                </a:moveTo>
                <a:lnTo>
                  <a:pt x="5587500" y="770146"/>
                </a:lnTo>
                <a:lnTo>
                  <a:pt x="5712307" y="599065"/>
                </a:lnTo>
                <a:cubicBezTo>
                  <a:pt x="5723162" y="584229"/>
                  <a:pt x="5737789" y="572568"/>
                  <a:pt x="5754671" y="565292"/>
                </a:cubicBezTo>
                <a:cubicBezTo>
                  <a:pt x="5771552" y="558016"/>
                  <a:pt x="5790073" y="555390"/>
                  <a:pt x="5808312" y="557687"/>
                </a:cubicBezTo>
                <a:lnTo>
                  <a:pt x="5933119" y="573336"/>
                </a:lnTo>
                <a:cubicBezTo>
                  <a:pt x="5949826" y="575424"/>
                  <a:pt x="5966790" y="573823"/>
                  <a:pt x="5982812" y="568649"/>
                </a:cubicBezTo>
                <a:cubicBezTo>
                  <a:pt x="5998835" y="563473"/>
                  <a:pt x="6013529" y="554849"/>
                  <a:pt x="6025860" y="543382"/>
                </a:cubicBezTo>
                <a:lnTo>
                  <a:pt x="6083462" y="489907"/>
                </a:lnTo>
                <a:cubicBezTo>
                  <a:pt x="6120063" y="455802"/>
                  <a:pt x="6160916" y="426567"/>
                  <a:pt x="6205006" y="402926"/>
                </a:cubicBezTo>
                <a:lnTo>
                  <a:pt x="6210766" y="399854"/>
                </a:lnTo>
                <a:cubicBezTo>
                  <a:pt x="6226625" y="391374"/>
                  <a:pt x="6244314" y="386890"/>
                  <a:pt x="6262297" y="386790"/>
                </a:cubicBezTo>
                <a:cubicBezTo>
                  <a:pt x="6280281" y="386689"/>
                  <a:pt x="6298018" y="390976"/>
                  <a:pt x="6313971" y="399278"/>
                </a:cubicBezTo>
                <a:lnTo>
                  <a:pt x="6349013" y="417519"/>
                </a:lnTo>
                <a:cubicBezTo>
                  <a:pt x="6366803" y="426751"/>
                  <a:pt x="6386766" y="430976"/>
                  <a:pt x="6406771" y="429742"/>
                </a:cubicBezTo>
                <a:cubicBezTo>
                  <a:pt x="6426774" y="428507"/>
                  <a:pt x="6446068" y="421860"/>
                  <a:pt x="6462588" y="410511"/>
                </a:cubicBezTo>
                <a:lnTo>
                  <a:pt x="6581346" y="328906"/>
                </a:lnTo>
                <a:cubicBezTo>
                  <a:pt x="6601598" y="314973"/>
                  <a:pt x="6625599" y="307509"/>
                  <a:pt x="6650181" y="307497"/>
                </a:cubicBezTo>
                <a:lnTo>
                  <a:pt x="6796206" y="307497"/>
                </a:lnTo>
                <a:cubicBezTo>
                  <a:pt x="6824189" y="307526"/>
                  <a:pt x="6851310" y="317188"/>
                  <a:pt x="6873010" y="334859"/>
                </a:cubicBezTo>
                <a:lnTo>
                  <a:pt x="7027578" y="460818"/>
                </a:lnTo>
                <a:moveTo>
                  <a:pt x="6873104" y="334874"/>
                </a:moveTo>
                <a:lnTo>
                  <a:pt x="6774603" y="413022"/>
                </a:lnTo>
                <a:cubicBezTo>
                  <a:pt x="6749657" y="432769"/>
                  <a:pt x="6730052" y="458446"/>
                  <a:pt x="6717576" y="487713"/>
                </a:cubicBezTo>
                <a:lnTo>
                  <a:pt x="6690215" y="551558"/>
                </a:lnTo>
                <a:moveTo>
                  <a:pt x="6435995" y="809426"/>
                </a:moveTo>
                <a:lnTo>
                  <a:pt x="6355542" y="740110"/>
                </a:lnTo>
                <a:cubicBezTo>
                  <a:pt x="6341132" y="727726"/>
                  <a:pt x="6323767" y="719275"/>
                  <a:pt x="6305130" y="715574"/>
                </a:cubicBezTo>
                <a:cubicBezTo>
                  <a:pt x="6286494" y="711874"/>
                  <a:pt x="6267216" y="713050"/>
                  <a:pt x="6249167" y="718989"/>
                </a:cubicBezTo>
                <a:lnTo>
                  <a:pt x="6169676" y="745006"/>
                </a:lnTo>
                <a:cubicBezTo>
                  <a:pt x="6148843" y="751827"/>
                  <a:pt x="6126451" y="752293"/>
                  <a:pt x="6105353" y="746343"/>
                </a:cubicBezTo>
                <a:cubicBezTo>
                  <a:pt x="6084254" y="740393"/>
                  <a:pt x="6065405" y="728298"/>
                  <a:pt x="6051205" y="711596"/>
                </a:cubicBezTo>
                <a:lnTo>
                  <a:pt x="5933696" y="573349"/>
                </a:lnTo>
                <a:moveTo>
                  <a:pt x="0" y="1382474"/>
                </a:moveTo>
                <a:lnTo>
                  <a:pt x="7949227" y="1382474"/>
                </a:lnTo>
                <a:moveTo>
                  <a:pt x="7834021" y="1382474"/>
                </a:moveTo>
                <a:lnTo>
                  <a:pt x="7834021" y="1209665"/>
                </a:lnTo>
                <a:moveTo>
                  <a:pt x="7488402" y="883247"/>
                </a:moveTo>
                <a:lnTo>
                  <a:pt x="7488402" y="1382474"/>
                </a:lnTo>
                <a:moveTo>
                  <a:pt x="7142784" y="576030"/>
                </a:moveTo>
                <a:lnTo>
                  <a:pt x="7142784" y="1382474"/>
                </a:lnTo>
                <a:moveTo>
                  <a:pt x="1382474" y="576030"/>
                </a:moveTo>
                <a:lnTo>
                  <a:pt x="1382474" y="1382474"/>
                </a:lnTo>
                <a:moveTo>
                  <a:pt x="806443" y="576030"/>
                </a:moveTo>
                <a:lnTo>
                  <a:pt x="806443" y="1382474"/>
                </a:lnTo>
                <a:moveTo>
                  <a:pt x="459479" y="921649"/>
                </a:moveTo>
                <a:lnTo>
                  <a:pt x="459479" y="1382474"/>
                </a:lnTo>
                <a:moveTo>
                  <a:pt x="6912371" y="1382474"/>
                </a:moveTo>
                <a:lnTo>
                  <a:pt x="6912371" y="1209665"/>
                </a:lnTo>
                <a:moveTo>
                  <a:pt x="3110567" y="1382474"/>
                </a:moveTo>
                <a:lnTo>
                  <a:pt x="3110567" y="1209665"/>
                </a:lnTo>
                <a:moveTo>
                  <a:pt x="2880155" y="1382474"/>
                </a:moveTo>
                <a:lnTo>
                  <a:pt x="2880155" y="1209665"/>
                </a:lnTo>
                <a:moveTo>
                  <a:pt x="2649742" y="1382474"/>
                </a:moveTo>
                <a:lnTo>
                  <a:pt x="2649742" y="1209665"/>
                </a:lnTo>
                <a:moveTo>
                  <a:pt x="1036855" y="1382474"/>
                </a:moveTo>
                <a:lnTo>
                  <a:pt x="1036855" y="1209665"/>
                </a:lnTo>
                <a:moveTo>
                  <a:pt x="115206" y="1382474"/>
                </a:moveTo>
                <a:lnTo>
                  <a:pt x="115206" y="1209665"/>
                </a:lnTo>
                <a:moveTo>
                  <a:pt x="5587500" y="770249"/>
                </a:moveTo>
                <a:lnTo>
                  <a:pt x="5587500" y="691237"/>
                </a:lnTo>
                <a:moveTo>
                  <a:pt x="6394423" y="172521"/>
                </a:moveTo>
                <a:lnTo>
                  <a:pt x="6221134" y="172521"/>
                </a:lnTo>
                <a:lnTo>
                  <a:pt x="6221134" y="57603"/>
                </a:lnTo>
                <a:lnTo>
                  <a:pt x="6394423" y="57603"/>
                </a:lnTo>
                <a:lnTo>
                  <a:pt x="6365622" y="115110"/>
                </a:lnTo>
                <a:close/>
                <a:moveTo>
                  <a:pt x="6221134" y="0"/>
                </a:moveTo>
                <a:lnTo>
                  <a:pt x="6221134" y="395061"/>
                </a:lnTo>
                <a:moveTo>
                  <a:pt x="2736147" y="489626"/>
                </a:moveTo>
                <a:cubicBezTo>
                  <a:pt x="2757356" y="489626"/>
                  <a:pt x="2774549" y="472432"/>
                  <a:pt x="2774549" y="451224"/>
                </a:cubicBezTo>
                <a:cubicBezTo>
                  <a:pt x="2774549" y="430015"/>
                  <a:pt x="2757356" y="412822"/>
                  <a:pt x="2736147" y="412822"/>
                </a:cubicBezTo>
                <a:cubicBezTo>
                  <a:pt x="2714938" y="412822"/>
                  <a:pt x="2697745" y="430015"/>
                  <a:pt x="2697745" y="451224"/>
                </a:cubicBezTo>
                <a:cubicBezTo>
                  <a:pt x="2697745" y="472432"/>
                  <a:pt x="2714938" y="489626"/>
                  <a:pt x="2736147" y="489626"/>
                </a:cubicBezTo>
                <a:close/>
                <a:moveTo>
                  <a:pt x="2716369" y="521878"/>
                </a:moveTo>
                <a:lnTo>
                  <a:pt x="2716369" y="587929"/>
                </a:lnTo>
                <a:cubicBezTo>
                  <a:pt x="2716350" y="589506"/>
                  <a:pt x="2716787" y="591054"/>
                  <a:pt x="2717629" y="592388"/>
                </a:cubicBezTo>
                <a:cubicBezTo>
                  <a:pt x="2718471" y="593721"/>
                  <a:pt x="2719681" y="594782"/>
                  <a:pt x="2721113" y="595442"/>
                </a:cubicBezTo>
                <a:cubicBezTo>
                  <a:pt x="2722546" y="596102"/>
                  <a:pt x="2724137" y="596334"/>
                  <a:pt x="2725698" y="596107"/>
                </a:cubicBezTo>
                <a:cubicBezTo>
                  <a:pt x="2727258" y="595881"/>
                  <a:pt x="2728721" y="595208"/>
                  <a:pt x="2729906" y="594170"/>
                </a:cubicBezTo>
                <a:lnTo>
                  <a:pt x="2777045" y="554040"/>
                </a:lnTo>
                <a:moveTo>
                  <a:pt x="2683537" y="626058"/>
                </a:moveTo>
                <a:lnTo>
                  <a:pt x="2683537" y="651115"/>
                </a:lnTo>
                <a:cubicBezTo>
                  <a:pt x="2683511" y="654412"/>
                  <a:pt x="2684393" y="657651"/>
                  <a:pt x="2686086" y="660480"/>
                </a:cubicBezTo>
                <a:cubicBezTo>
                  <a:pt x="2687780" y="663307"/>
                  <a:pt x="2690220" y="665615"/>
                  <a:pt x="2693137" y="667148"/>
                </a:cubicBezTo>
                <a:cubicBezTo>
                  <a:pt x="2717043" y="679437"/>
                  <a:pt x="2777526" y="721199"/>
                  <a:pt x="2789142" y="833237"/>
                </a:cubicBezTo>
                <a:moveTo>
                  <a:pt x="2677679" y="514196"/>
                </a:moveTo>
                <a:cubicBezTo>
                  <a:pt x="2656843" y="547856"/>
                  <a:pt x="2644824" y="586223"/>
                  <a:pt x="2642733" y="625754"/>
                </a:cubicBezTo>
                <a:cubicBezTo>
                  <a:pt x="2642630" y="628500"/>
                  <a:pt x="2641884" y="631185"/>
                  <a:pt x="2640556" y="633589"/>
                </a:cubicBezTo>
                <a:cubicBezTo>
                  <a:pt x="2639228" y="635995"/>
                  <a:pt x="2637355" y="638056"/>
                  <a:pt x="2635086" y="639605"/>
                </a:cubicBezTo>
                <a:cubicBezTo>
                  <a:pt x="2632817" y="641155"/>
                  <a:pt x="2630216" y="642151"/>
                  <a:pt x="2627493" y="642513"/>
                </a:cubicBezTo>
                <a:cubicBezTo>
                  <a:pt x="2624769" y="642876"/>
                  <a:pt x="2621998" y="642595"/>
                  <a:pt x="2619403" y="641692"/>
                </a:cubicBezTo>
                <a:cubicBezTo>
                  <a:pt x="2609750" y="638450"/>
                  <a:pt x="2600770" y="633471"/>
                  <a:pt x="2592906" y="627003"/>
                </a:cubicBezTo>
                <a:cubicBezTo>
                  <a:pt x="2586328" y="621293"/>
                  <a:pt x="2581740" y="613637"/>
                  <a:pt x="2579806" y="605144"/>
                </a:cubicBezTo>
                <a:cubicBezTo>
                  <a:pt x="2577872" y="596650"/>
                  <a:pt x="2578694" y="587762"/>
                  <a:pt x="2582154" y="579768"/>
                </a:cubicBezTo>
                <a:cubicBezTo>
                  <a:pt x="2593290" y="553655"/>
                  <a:pt x="2614795" y="510740"/>
                  <a:pt x="2644653" y="485971"/>
                </a:cubicBezTo>
                <a:cubicBezTo>
                  <a:pt x="2646938" y="484091"/>
                  <a:pt x="2649805" y="483063"/>
                  <a:pt x="2652765" y="483063"/>
                </a:cubicBezTo>
                <a:cubicBezTo>
                  <a:pt x="2655724" y="483063"/>
                  <a:pt x="2658592" y="484091"/>
                  <a:pt x="2660877" y="485971"/>
                </a:cubicBezTo>
                <a:lnTo>
                  <a:pt x="2675087" y="497972"/>
                </a:lnTo>
                <a:cubicBezTo>
                  <a:pt x="2677392" y="499916"/>
                  <a:pt x="2678922" y="502624"/>
                  <a:pt x="2679398" y="505602"/>
                </a:cubicBezTo>
                <a:cubicBezTo>
                  <a:pt x="2679874" y="508580"/>
                  <a:pt x="2679264" y="511631"/>
                  <a:pt x="2677679" y="514196"/>
                </a:cubicBezTo>
                <a:close/>
                <a:moveTo>
                  <a:pt x="2613646" y="813256"/>
                </a:moveTo>
                <a:lnTo>
                  <a:pt x="2683537" y="709763"/>
                </a:lnTo>
              </a:path>
            </a:pathLst>
          </a:custGeom>
          <a:noFill/>
          <a:ln w="72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0311" y="3480717"/>
            <a:ext cx="3196972" cy="241656"/>
          </a:xfrm>
          <a:custGeom>
            <a:avLst/>
            <a:gdLst/>
            <a:ahLst/>
            <a:cxnLst/>
            <a:rect l="0" t="0" r="0" b="0"/>
            <a:pathLst>
              <a:path w="3196972" h="241656">
                <a:moveTo>
                  <a:pt x="0" y="13865"/>
                </a:moveTo>
                <a:cubicBezTo>
                  <a:pt x="357909" y="67445"/>
                  <a:pt x="1736605" y="241656"/>
                  <a:pt x="3196972" y="0"/>
                </a:cubicBezTo>
              </a:path>
            </a:pathLst>
          </a:custGeom>
          <a:noFill/>
          <a:ln w="7200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811" y="376237"/>
            <a:ext cx="230966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IDM-VTON is a third-party AI service.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90525" y="376237"/>
            <a:ext cx="3497903" cy="800100"/>
            <a:chOff x="390525" y="371475"/>
            <a:chExt cx="3497903" cy="800100"/>
          </a:xfrm>
        </p:grpSpPr>
        <p:sp>
          <p:nvSpPr>
            <p:cNvPr id="13" name="TextBox 12"/>
            <p:cNvSpPr txBox="1"/>
            <p:nvPr/>
          </p:nvSpPr>
          <p:spPr>
            <a:xfrm>
              <a:off x="390525" y="371475"/>
              <a:ext cx="3497903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Realistic Garment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90525" y="771525"/>
              <a:ext cx="3497903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Visualization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161132" y="1839001"/>
            <a:ext cx="1291828" cy="1728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22403B"/>
                </a:solidFill>
                <a:latin typeface="Roboto Slab"/>
              </a:rPr>
              <a:t>Unrealistic Try-On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8884" y="1839001"/>
            <a:ext cx="902941" cy="1728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22403B"/>
                </a:solidFill>
                <a:latin typeface="Roboto Slab"/>
              </a:rPr>
              <a:t>Input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740" y="1839001"/>
            <a:ext cx="671807" cy="1728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22403B"/>
                </a:solidFill>
                <a:latin typeface="Roboto Slab"/>
              </a:rPr>
              <a:t>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515" y="1839001"/>
            <a:ext cx="1128864" cy="1728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22403B"/>
                </a:solidFill>
                <a:latin typeface="Roboto Slab"/>
              </a:rPr>
              <a:t>Realistic Try-On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105991" y="2127035"/>
            <a:ext cx="1402108" cy="345594"/>
            <a:chOff x="1105991" y="2122273"/>
            <a:chExt cx="1402108" cy="345594"/>
          </a:xfrm>
        </p:grpSpPr>
        <p:sp>
          <p:nvSpPr>
            <p:cNvPr id="20" name="TextBox 19"/>
            <p:cNvSpPr txBox="1"/>
            <p:nvPr/>
          </p:nvSpPr>
          <p:spPr>
            <a:xfrm>
              <a:off x="1105991" y="2122273"/>
              <a:ext cx="1402108" cy="172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22403B"/>
                  </a:solidFill>
                  <a:latin typeface="Roboto"/>
                </a:rPr>
                <a:t>Low-fidelity virtual try-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05991" y="2295056"/>
              <a:ext cx="1402108" cy="172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22403B"/>
                  </a:solidFill>
                  <a:latin typeface="Roboto"/>
                </a:rPr>
                <a:t>on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983819" y="2127035"/>
            <a:ext cx="1333052" cy="345594"/>
            <a:chOff x="2983819" y="2122273"/>
            <a:chExt cx="1333052" cy="345594"/>
          </a:xfrm>
        </p:grpSpPr>
        <p:sp>
          <p:nvSpPr>
            <p:cNvPr id="23" name="TextBox 22"/>
            <p:cNvSpPr txBox="1"/>
            <p:nvPr/>
          </p:nvSpPr>
          <p:spPr>
            <a:xfrm>
              <a:off x="2983819" y="2122273"/>
              <a:ext cx="1333052" cy="172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22403B"/>
                  </a:solidFill>
                  <a:latin typeface="Roboto"/>
                </a:rPr>
                <a:t>Person and garment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983819" y="2295056"/>
              <a:ext cx="1333052" cy="172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22403B"/>
                  </a:solidFill>
                  <a:latin typeface="Roboto"/>
                </a:rPr>
                <a:t>images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789693" y="2127035"/>
            <a:ext cx="1407918" cy="345594"/>
            <a:chOff x="4789693" y="2122273"/>
            <a:chExt cx="1407918" cy="345594"/>
          </a:xfrm>
        </p:grpSpPr>
        <p:sp>
          <p:nvSpPr>
            <p:cNvPr id="26" name="TextBox 25"/>
            <p:cNvSpPr txBox="1"/>
            <p:nvPr/>
          </p:nvSpPr>
          <p:spPr>
            <a:xfrm>
              <a:off x="4789693" y="2122273"/>
              <a:ext cx="1407918" cy="172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22403B"/>
                  </a:solidFill>
                  <a:latin typeface="Roboto"/>
                </a:rPr>
                <a:t>IDM-VTON processes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89693" y="2295056"/>
              <a:ext cx="1407918" cy="172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22403B"/>
                  </a:solidFill>
                  <a:latin typeface="Roboto"/>
                </a:rPr>
                <a:t>images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620858" y="2127035"/>
            <a:ext cx="1432169" cy="345594"/>
            <a:chOff x="6620858" y="2122273"/>
            <a:chExt cx="1432169" cy="345594"/>
          </a:xfrm>
        </p:grpSpPr>
        <p:sp>
          <p:nvSpPr>
            <p:cNvPr id="29" name="TextBox 28"/>
            <p:cNvSpPr txBox="1"/>
            <p:nvPr/>
          </p:nvSpPr>
          <p:spPr>
            <a:xfrm>
              <a:off x="6620858" y="2122273"/>
              <a:ext cx="1432169" cy="172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22403B"/>
                  </a:solidFill>
                  <a:latin typeface="Roboto"/>
                </a:rPr>
                <a:t>High-fidelity virtual try-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20858" y="2295056"/>
              <a:ext cx="1432169" cy="1728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22403B"/>
                  </a:solidFill>
                  <a:latin typeface="Roboto"/>
                </a:rPr>
                <a:t>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4762"/>
            <a:ext cx="6071149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18620" y="1338262"/>
            <a:ext cx="3853900" cy="1219200"/>
          </a:xfrm>
          <a:custGeom>
            <a:avLst/>
            <a:gdLst/>
            <a:ahLst/>
            <a:cxnLst/>
            <a:rect l="0" t="0" r="0" b="0"/>
            <a:pathLst>
              <a:path w="3853900" h="1219200">
                <a:moveTo>
                  <a:pt x="3853900" y="1104900"/>
                </a:moveTo>
                <a:cubicBezTo>
                  <a:pt x="3853900" y="1168022"/>
                  <a:pt x="3802732" y="1219200"/>
                  <a:pt x="3739600" y="1219200"/>
                </a:cubicBezTo>
                <a:lnTo>
                  <a:pt x="114300" y="1219200"/>
                </a:lnTo>
                <a:cubicBezTo>
                  <a:pt x="51177" y="1219200"/>
                  <a:pt x="0" y="1168022"/>
                  <a:pt x="0" y="11049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9600" y="0"/>
                </a:lnTo>
                <a:cubicBezTo>
                  <a:pt x="3802732" y="0"/>
                  <a:pt x="3853900" y="51177"/>
                  <a:pt x="3853900" y="114300"/>
                </a:cubicBezTo>
                <a:lnTo>
                  <a:pt x="3853900" y="1104900"/>
                </a:lnTo>
              </a:path>
            </a:pathLst>
          </a:custGeom>
          <a:solidFill>
            <a:srgbClr val="F3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18620" y="1338262"/>
            <a:ext cx="3853900" cy="1219200"/>
          </a:xfrm>
          <a:custGeom>
            <a:avLst/>
            <a:gdLst/>
            <a:ahLst/>
            <a:cxnLst/>
            <a:rect l="0" t="0" r="0" b="0"/>
            <a:pathLst>
              <a:path w="3853900" h="1219200">
                <a:moveTo>
                  <a:pt x="3853900" y="1104900"/>
                </a:moveTo>
                <a:cubicBezTo>
                  <a:pt x="3853900" y="1168022"/>
                  <a:pt x="3802732" y="1219200"/>
                  <a:pt x="3739600" y="1219200"/>
                </a:cubicBezTo>
                <a:lnTo>
                  <a:pt x="114300" y="1219200"/>
                </a:lnTo>
                <a:cubicBezTo>
                  <a:pt x="51177" y="1219200"/>
                  <a:pt x="0" y="1168022"/>
                  <a:pt x="0" y="11049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9600" y="0"/>
                </a:lnTo>
                <a:cubicBezTo>
                  <a:pt x="3802732" y="0"/>
                  <a:pt x="3853900" y="51177"/>
                  <a:pt x="3853900" y="114300"/>
                </a:cubicBezTo>
                <a:lnTo>
                  <a:pt x="3853900" y="110490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18620" y="1338261"/>
            <a:ext cx="3853904" cy="1219200"/>
          </a:xfrm>
          <a:custGeom>
            <a:avLst/>
            <a:gdLst/>
            <a:ahLst/>
            <a:cxnLst/>
            <a:rect l="0" t="0" r="0" b="0"/>
            <a:pathLst>
              <a:path w="3853904" h="12192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39604" y="0"/>
                </a:moveTo>
                <a:lnTo>
                  <a:pt x="114300" y="0"/>
                </a:lnTo>
                <a:moveTo>
                  <a:pt x="3853904" y="114300"/>
                </a:moveTo>
                <a:cubicBezTo>
                  <a:pt x="3853904" y="51174"/>
                  <a:pt x="3802730" y="0"/>
                  <a:pt x="3739604" y="0"/>
                </a:cubicBezTo>
                <a:moveTo>
                  <a:pt x="3853904" y="1104900"/>
                </a:moveTo>
                <a:lnTo>
                  <a:pt x="3853904" y="114300"/>
                </a:lnTo>
                <a:moveTo>
                  <a:pt x="3739604" y="1219200"/>
                </a:moveTo>
                <a:cubicBezTo>
                  <a:pt x="3802730" y="1219200"/>
                  <a:pt x="3853904" y="1168025"/>
                  <a:pt x="3853904" y="1104900"/>
                </a:cubicBezTo>
                <a:moveTo>
                  <a:pt x="3739604" y="1219200"/>
                </a:moveTo>
                <a:lnTo>
                  <a:pt x="114300" y="1219200"/>
                </a:lnTo>
                <a:moveTo>
                  <a:pt x="114300" y="1219200"/>
                </a:moveTo>
                <a:cubicBezTo>
                  <a:pt x="51174" y="1219200"/>
                  <a:pt x="0" y="1168025"/>
                  <a:pt x="0" y="1104900"/>
                </a:cubicBezTo>
                <a:moveTo>
                  <a:pt x="0" y="1104900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18620" y="2786062"/>
            <a:ext cx="3853900" cy="1028700"/>
          </a:xfrm>
          <a:custGeom>
            <a:avLst/>
            <a:gdLst/>
            <a:ahLst/>
            <a:cxnLst/>
            <a:rect l="0" t="0" r="0" b="0"/>
            <a:pathLst>
              <a:path w="3853900" h="1028700">
                <a:moveTo>
                  <a:pt x="3853900" y="914400"/>
                </a:moveTo>
                <a:cubicBezTo>
                  <a:pt x="3853900" y="977522"/>
                  <a:pt x="3802732" y="1028700"/>
                  <a:pt x="3739600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9600" y="0"/>
                </a:lnTo>
                <a:cubicBezTo>
                  <a:pt x="3802732" y="0"/>
                  <a:pt x="3853900" y="51177"/>
                  <a:pt x="3853900" y="114300"/>
                </a:cubicBezTo>
                <a:lnTo>
                  <a:pt x="3853900" y="914400"/>
                </a:lnTo>
              </a:path>
            </a:pathLst>
          </a:custGeom>
          <a:solidFill>
            <a:srgbClr val="F3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18620" y="2786062"/>
            <a:ext cx="3853900" cy="1028700"/>
          </a:xfrm>
          <a:custGeom>
            <a:avLst/>
            <a:gdLst/>
            <a:ahLst/>
            <a:cxnLst/>
            <a:rect l="0" t="0" r="0" b="0"/>
            <a:pathLst>
              <a:path w="3853900" h="1028700">
                <a:moveTo>
                  <a:pt x="3853900" y="914400"/>
                </a:moveTo>
                <a:cubicBezTo>
                  <a:pt x="3853900" y="977522"/>
                  <a:pt x="3802732" y="1028700"/>
                  <a:pt x="3739600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9600" y="0"/>
                </a:lnTo>
                <a:cubicBezTo>
                  <a:pt x="3802732" y="0"/>
                  <a:pt x="3853900" y="51177"/>
                  <a:pt x="3853900" y="114300"/>
                </a:cubicBezTo>
                <a:lnTo>
                  <a:pt x="3853900" y="91440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18620" y="2786061"/>
            <a:ext cx="3853904" cy="1028700"/>
          </a:xfrm>
          <a:custGeom>
            <a:avLst/>
            <a:gdLst/>
            <a:ahLst/>
            <a:cxnLst/>
            <a:rect l="0" t="0" r="0" b="0"/>
            <a:pathLst>
              <a:path w="3853904" h="10287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39604" y="0"/>
                </a:moveTo>
                <a:lnTo>
                  <a:pt x="114300" y="0"/>
                </a:lnTo>
                <a:moveTo>
                  <a:pt x="3853904" y="114300"/>
                </a:moveTo>
                <a:cubicBezTo>
                  <a:pt x="3853904" y="51174"/>
                  <a:pt x="3802730" y="0"/>
                  <a:pt x="3739604" y="0"/>
                </a:cubicBezTo>
                <a:moveTo>
                  <a:pt x="3853904" y="914400"/>
                </a:moveTo>
                <a:lnTo>
                  <a:pt x="3853904" y="114300"/>
                </a:lnTo>
                <a:moveTo>
                  <a:pt x="3739604" y="1028700"/>
                </a:moveTo>
                <a:cubicBezTo>
                  <a:pt x="3802730" y="1028700"/>
                  <a:pt x="3853904" y="977525"/>
                  <a:pt x="3853904" y="914400"/>
                </a:cubicBezTo>
                <a:moveTo>
                  <a:pt x="3739604" y="1028700"/>
                </a:moveTo>
                <a:lnTo>
                  <a:pt x="114300" y="1028700"/>
                </a:lnTo>
                <a:moveTo>
                  <a:pt x="114300" y="1028700"/>
                </a:moveTo>
                <a:cubicBezTo>
                  <a:pt x="51174" y="1028700"/>
                  <a:pt x="0" y="977525"/>
                  <a:pt x="0" y="914400"/>
                </a:cubicBezTo>
                <a:moveTo>
                  <a:pt x="0" y="914400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390525" y="376237"/>
            <a:ext cx="3648227" cy="800100"/>
            <a:chOff x="390525" y="371475"/>
            <a:chExt cx="3648227" cy="800100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371475"/>
              <a:ext cx="364822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Intelligent Product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771525"/>
              <a:ext cx="364822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Discovery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128170" y="1528762"/>
            <a:ext cx="529237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22403B"/>
                </a:solidFill>
                <a:latin typeface="Roboto Slab"/>
              </a:rPr>
              <a:t>Process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128170" y="1795462"/>
            <a:ext cx="3434800" cy="571500"/>
            <a:chOff x="5128170" y="1790700"/>
            <a:chExt cx="3434800" cy="571500"/>
          </a:xfrm>
        </p:grpSpPr>
        <p:sp>
          <p:nvSpPr>
            <p:cNvPr id="13" name="TextBox 12"/>
            <p:cNvSpPr txBox="1"/>
            <p:nvPr/>
          </p:nvSpPr>
          <p:spPr>
            <a:xfrm>
              <a:off x="5128170" y="1790700"/>
              <a:ext cx="343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22403B"/>
                  </a:solidFill>
                  <a:latin typeface="Roboto"/>
                </a:rPr>
                <a:t>Fashion Specification → Product Search →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28170" y="1981200"/>
              <a:ext cx="343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22403B"/>
                  </a:solidFill>
                  <a:latin typeface="Roboto"/>
                </a:rPr>
                <a:t>RapidAPI → Product Filtering → Recommendation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28170" y="2171700"/>
              <a:ext cx="343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22403B"/>
                  </a:solidFill>
                  <a:latin typeface="Roboto"/>
                </a:rPr>
                <a:t>Ranking → Top Matching Products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128170" y="2976562"/>
            <a:ext cx="1291237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22403B"/>
                </a:solidFill>
                <a:latin typeface="Roboto Slab"/>
              </a:rPr>
              <a:t>Metadata Surfaced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128170" y="3243262"/>
            <a:ext cx="2626814" cy="381000"/>
            <a:chOff x="5128170" y="3238500"/>
            <a:chExt cx="2626814" cy="381000"/>
          </a:xfrm>
        </p:grpSpPr>
        <p:sp>
          <p:nvSpPr>
            <p:cNvPr id="18" name="TextBox 17"/>
            <p:cNvSpPr txBox="1"/>
            <p:nvPr/>
          </p:nvSpPr>
          <p:spPr>
            <a:xfrm>
              <a:off x="5128170" y="3238500"/>
              <a:ext cx="262681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22403B"/>
                  </a:solidFill>
                  <a:latin typeface="Roboto"/>
                </a:rPr>
                <a:t>Product image, name, price, brand,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28170" y="3429000"/>
              <a:ext cx="262681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22403B"/>
                  </a:solidFill>
                  <a:latin typeface="Roboto"/>
                </a:rPr>
                <a:t>recommendation score, and direct link.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90525" y="4605337"/>
            <a:ext cx="3764165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Mapping AI-generated specifications to real-world inventory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9059" y="3658515"/>
            <a:ext cx="1382925" cy="568766"/>
          </a:xfrm>
          <a:custGeom>
            <a:avLst/>
            <a:gdLst/>
            <a:ahLst/>
            <a:cxnLst/>
            <a:rect l="0" t="0" r="0" b="0"/>
            <a:pathLst>
              <a:path w="1382925" h="568766">
                <a:moveTo>
                  <a:pt x="230981" y="42252"/>
                </a:moveTo>
                <a:cubicBezTo>
                  <a:pt x="226047" y="51130"/>
                  <a:pt x="225656" y="70675"/>
                  <a:pt x="263556" y="77790"/>
                </a:cubicBezTo>
                <a:cubicBezTo>
                  <a:pt x="310943" y="86667"/>
                  <a:pt x="429396" y="110356"/>
                  <a:pt x="604113" y="89630"/>
                </a:cubicBezTo>
                <a:cubicBezTo>
                  <a:pt x="666016" y="82286"/>
                  <a:pt x="715651" y="77171"/>
                  <a:pt x="761057" y="72580"/>
                </a:cubicBezTo>
                <a:cubicBezTo>
                  <a:pt x="782440" y="70408"/>
                  <a:pt x="802890" y="68360"/>
                  <a:pt x="823236" y="66246"/>
                </a:cubicBezTo>
                <a:cubicBezTo>
                  <a:pt x="881614" y="60178"/>
                  <a:pt x="939174" y="53597"/>
                  <a:pt x="1015726" y="42252"/>
                </a:cubicBezTo>
                <a:cubicBezTo>
                  <a:pt x="1102471" y="29403"/>
                  <a:pt x="1144771" y="17411"/>
                  <a:pt x="1165793" y="4886"/>
                </a:cubicBezTo>
                <a:cubicBezTo>
                  <a:pt x="1228382" y="19145"/>
                  <a:pt x="1344396" y="47834"/>
                  <a:pt x="1365161" y="57054"/>
                </a:cubicBezTo>
                <a:cubicBezTo>
                  <a:pt x="1379962" y="62979"/>
                  <a:pt x="1382925" y="77790"/>
                  <a:pt x="1365161" y="83705"/>
                </a:cubicBezTo>
                <a:lnTo>
                  <a:pt x="1107528" y="160705"/>
                </a:lnTo>
                <a:cubicBezTo>
                  <a:pt x="1119368" y="184394"/>
                  <a:pt x="1120359" y="231771"/>
                  <a:pt x="1119368" y="252498"/>
                </a:cubicBezTo>
                <a:cubicBezTo>
                  <a:pt x="1126283" y="255460"/>
                  <a:pt x="1140694" y="266128"/>
                  <a:pt x="1143057" y="285073"/>
                </a:cubicBezTo>
                <a:cubicBezTo>
                  <a:pt x="1145428" y="304028"/>
                  <a:pt x="1134179" y="316668"/>
                  <a:pt x="1128255" y="320611"/>
                </a:cubicBezTo>
                <a:cubicBezTo>
                  <a:pt x="1151943" y="405898"/>
                  <a:pt x="1151943" y="509149"/>
                  <a:pt x="1148981" y="551592"/>
                </a:cubicBezTo>
                <a:cubicBezTo>
                  <a:pt x="1148981" y="554555"/>
                  <a:pt x="1146609" y="563441"/>
                  <a:pt x="1137132" y="563441"/>
                </a:cubicBezTo>
                <a:cubicBezTo>
                  <a:pt x="1127664" y="563441"/>
                  <a:pt x="1123321" y="557517"/>
                  <a:pt x="1122330" y="554555"/>
                </a:cubicBezTo>
                <a:cubicBezTo>
                  <a:pt x="1122283" y="554631"/>
                  <a:pt x="1116368" y="563441"/>
                  <a:pt x="1107528" y="563441"/>
                </a:cubicBezTo>
                <a:cubicBezTo>
                  <a:pt x="1098642" y="563441"/>
                  <a:pt x="1095679" y="557517"/>
                  <a:pt x="1092717" y="554555"/>
                </a:cubicBezTo>
                <a:cubicBezTo>
                  <a:pt x="1078506" y="568766"/>
                  <a:pt x="1069028" y="560479"/>
                  <a:pt x="1066066" y="554555"/>
                </a:cubicBezTo>
                <a:cubicBezTo>
                  <a:pt x="1060142" y="542705"/>
                  <a:pt x="1060142" y="510130"/>
                  <a:pt x="1060142" y="462753"/>
                </a:cubicBezTo>
                <a:cubicBezTo>
                  <a:pt x="1060142" y="405898"/>
                  <a:pt x="1074953" y="346281"/>
                  <a:pt x="1080868" y="320611"/>
                </a:cubicBezTo>
                <a:cubicBezTo>
                  <a:pt x="1074953" y="318639"/>
                  <a:pt x="1063104" y="309953"/>
                  <a:pt x="1063104" y="290998"/>
                </a:cubicBezTo>
                <a:cubicBezTo>
                  <a:pt x="1063104" y="272043"/>
                  <a:pt x="1078896" y="257441"/>
                  <a:pt x="1086792" y="252498"/>
                </a:cubicBezTo>
                <a:cubicBezTo>
                  <a:pt x="1089164" y="219332"/>
                  <a:pt x="1079887" y="183403"/>
                  <a:pt x="1074953" y="169583"/>
                </a:cubicBezTo>
                <a:lnTo>
                  <a:pt x="1024604" y="184394"/>
                </a:lnTo>
                <a:lnTo>
                  <a:pt x="1032319" y="252498"/>
                </a:lnTo>
                <a:lnTo>
                  <a:pt x="1042377" y="341337"/>
                </a:lnTo>
                <a:cubicBezTo>
                  <a:pt x="1002106" y="471639"/>
                  <a:pt x="793623" y="516054"/>
                  <a:pt x="684056" y="516054"/>
                </a:cubicBezTo>
                <a:cubicBezTo>
                  <a:pt x="476764" y="513092"/>
                  <a:pt x="402736" y="447951"/>
                  <a:pt x="358311" y="406488"/>
                </a:cubicBezTo>
                <a:cubicBezTo>
                  <a:pt x="327479" y="377713"/>
                  <a:pt x="322783" y="340356"/>
                  <a:pt x="325745" y="323573"/>
                </a:cubicBezTo>
                <a:lnTo>
                  <a:pt x="330022" y="273234"/>
                </a:lnTo>
                <a:lnTo>
                  <a:pt x="337585" y="184394"/>
                </a:lnTo>
                <a:lnTo>
                  <a:pt x="23688" y="95554"/>
                </a:lnTo>
                <a:cubicBezTo>
                  <a:pt x="0" y="89630"/>
                  <a:pt x="0" y="68903"/>
                  <a:pt x="20726" y="62979"/>
                </a:cubicBezTo>
                <a:lnTo>
                  <a:pt x="252583" y="0"/>
                </a:lnTo>
                <a:cubicBezTo>
                  <a:pt x="244459" y="15859"/>
                  <a:pt x="236934" y="30584"/>
                  <a:pt x="230981" y="4225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9060" y="3658515"/>
            <a:ext cx="1382924" cy="568768"/>
          </a:xfrm>
          <a:custGeom>
            <a:avLst/>
            <a:gdLst/>
            <a:ahLst/>
            <a:cxnLst/>
            <a:rect l="0" t="0" r="0" b="0"/>
            <a:pathLst>
              <a:path w="1382924" h="568768">
                <a:moveTo>
                  <a:pt x="230985" y="42250"/>
                </a:moveTo>
                <a:cubicBezTo>
                  <a:pt x="226050" y="51134"/>
                  <a:pt x="225655" y="70679"/>
                  <a:pt x="263559" y="77786"/>
                </a:cubicBezTo>
                <a:cubicBezTo>
                  <a:pt x="310943" y="86670"/>
                  <a:pt x="429398" y="110359"/>
                  <a:pt x="604108" y="89631"/>
                </a:cubicBezTo>
                <a:cubicBezTo>
                  <a:pt x="666012" y="82286"/>
                  <a:pt x="715649" y="77172"/>
                  <a:pt x="761052" y="72576"/>
                </a:cubicBezTo>
                <a:cubicBezTo>
                  <a:pt x="782441" y="70411"/>
                  <a:pt x="802890" y="68362"/>
                  <a:pt x="823240" y="66247"/>
                </a:cubicBezTo>
                <a:cubicBezTo>
                  <a:pt x="881614" y="60183"/>
                  <a:pt x="939169" y="53592"/>
                  <a:pt x="1015729" y="42250"/>
                </a:cubicBezTo>
                <a:cubicBezTo>
                  <a:pt x="1102471" y="29399"/>
                  <a:pt x="1144771" y="17413"/>
                  <a:pt x="1165795" y="4887"/>
                </a:cubicBezTo>
                <a:cubicBezTo>
                  <a:pt x="1228385" y="19148"/>
                  <a:pt x="1344395" y="47830"/>
                  <a:pt x="1365156" y="57057"/>
                </a:cubicBezTo>
                <a:cubicBezTo>
                  <a:pt x="1379963" y="62979"/>
                  <a:pt x="1382924" y="77786"/>
                  <a:pt x="1365156" y="83708"/>
                </a:cubicBezTo>
                <a:lnTo>
                  <a:pt x="1107523" y="160702"/>
                </a:lnTo>
                <a:cubicBezTo>
                  <a:pt x="1119368" y="184392"/>
                  <a:pt x="1120356" y="231773"/>
                  <a:pt x="1119368" y="252502"/>
                </a:cubicBezTo>
                <a:cubicBezTo>
                  <a:pt x="1126278" y="255464"/>
                  <a:pt x="1140690" y="266124"/>
                  <a:pt x="1143059" y="285077"/>
                </a:cubicBezTo>
                <a:cubicBezTo>
                  <a:pt x="1145428" y="304029"/>
                  <a:pt x="1134175" y="316664"/>
                  <a:pt x="1128252" y="320612"/>
                </a:cubicBezTo>
                <a:cubicBezTo>
                  <a:pt x="1151943" y="405898"/>
                  <a:pt x="1151943" y="509148"/>
                  <a:pt x="1148981" y="551593"/>
                </a:cubicBezTo>
                <a:cubicBezTo>
                  <a:pt x="1148981" y="554555"/>
                  <a:pt x="1146613" y="563439"/>
                  <a:pt x="1137136" y="563439"/>
                </a:cubicBezTo>
                <a:cubicBezTo>
                  <a:pt x="1127661" y="563438"/>
                  <a:pt x="1123317" y="557516"/>
                  <a:pt x="1122330" y="554555"/>
                </a:cubicBezTo>
                <a:cubicBezTo>
                  <a:pt x="1122279" y="554632"/>
                  <a:pt x="1116369" y="563439"/>
                  <a:pt x="1107523" y="563439"/>
                </a:cubicBezTo>
                <a:cubicBezTo>
                  <a:pt x="1098640" y="563438"/>
                  <a:pt x="1095678" y="557516"/>
                  <a:pt x="1092717" y="554555"/>
                </a:cubicBezTo>
                <a:cubicBezTo>
                  <a:pt x="1078503" y="568768"/>
                  <a:pt x="1069026" y="560477"/>
                  <a:pt x="1066065" y="554555"/>
                </a:cubicBezTo>
                <a:cubicBezTo>
                  <a:pt x="1060143" y="542709"/>
                  <a:pt x="1060142" y="510135"/>
                  <a:pt x="1060142" y="462754"/>
                </a:cubicBezTo>
                <a:cubicBezTo>
                  <a:pt x="1060142" y="405898"/>
                  <a:pt x="1074949" y="346277"/>
                  <a:pt x="1080872" y="320612"/>
                </a:cubicBezTo>
                <a:cubicBezTo>
                  <a:pt x="1074949" y="318638"/>
                  <a:pt x="1063104" y="309950"/>
                  <a:pt x="1063104" y="290999"/>
                </a:cubicBezTo>
                <a:cubicBezTo>
                  <a:pt x="1063104" y="272047"/>
                  <a:pt x="1078898" y="257438"/>
                  <a:pt x="1086794" y="252502"/>
                </a:cubicBezTo>
                <a:cubicBezTo>
                  <a:pt x="1089163" y="219336"/>
                  <a:pt x="1079885" y="183405"/>
                  <a:pt x="1074949" y="169586"/>
                </a:cubicBezTo>
                <a:lnTo>
                  <a:pt x="1024607" y="184392"/>
                </a:lnTo>
                <a:lnTo>
                  <a:pt x="1032317" y="252502"/>
                </a:lnTo>
                <a:lnTo>
                  <a:pt x="1042375" y="341341"/>
                </a:lnTo>
                <a:cubicBezTo>
                  <a:pt x="1002101" y="471638"/>
                  <a:pt x="793626" y="516058"/>
                  <a:pt x="684058" y="516058"/>
                </a:cubicBezTo>
                <a:cubicBezTo>
                  <a:pt x="476768" y="513096"/>
                  <a:pt x="402734" y="447948"/>
                  <a:pt x="358315" y="406490"/>
                </a:cubicBezTo>
                <a:cubicBezTo>
                  <a:pt x="327480" y="377710"/>
                  <a:pt x="322780" y="340354"/>
                  <a:pt x="325741" y="323573"/>
                </a:cubicBezTo>
                <a:lnTo>
                  <a:pt x="330025" y="273231"/>
                </a:lnTo>
                <a:lnTo>
                  <a:pt x="337586" y="184392"/>
                </a:lnTo>
                <a:lnTo>
                  <a:pt x="23688" y="95553"/>
                </a:lnTo>
                <a:cubicBezTo>
                  <a:pt x="0" y="89630"/>
                  <a:pt x="0" y="68902"/>
                  <a:pt x="20727" y="62979"/>
                </a:cubicBezTo>
                <a:lnTo>
                  <a:pt x="252588" y="0"/>
                </a:lnTo>
                <a:cubicBezTo>
                  <a:pt x="244460" y="15858"/>
                  <a:pt x="236938" y="30583"/>
                  <a:pt x="230985" y="42250"/>
                </a:cubicBezTo>
                <a:close/>
                <a:moveTo>
                  <a:pt x="823240" y="66247"/>
                </a:moveTo>
                <a:cubicBezTo>
                  <a:pt x="872595" y="79965"/>
                  <a:pt x="983742" y="109175"/>
                  <a:pt x="1033492" y="116283"/>
                </a:cubicBezTo>
                <a:cubicBezTo>
                  <a:pt x="1083242" y="123390"/>
                  <a:pt x="1103575" y="148857"/>
                  <a:pt x="1107523" y="160702"/>
                </a:cubicBezTo>
                <a:moveTo>
                  <a:pt x="1086794" y="252502"/>
                </a:moveTo>
                <a:cubicBezTo>
                  <a:pt x="1091730" y="256826"/>
                  <a:pt x="1105154" y="262880"/>
                  <a:pt x="1119368" y="252502"/>
                </a:cubicBezTo>
                <a:moveTo>
                  <a:pt x="1080872" y="320612"/>
                </a:moveTo>
                <a:cubicBezTo>
                  <a:pt x="1086226" y="323950"/>
                  <a:pt x="1103197" y="328621"/>
                  <a:pt x="1128252" y="320612"/>
                </a:cubicBezTo>
                <a:moveTo>
                  <a:pt x="761052" y="72576"/>
                </a:moveTo>
                <a:cubicBezTo>
                  <a:pt x="794614" y="85171"/>
                  <a:pt x="881874" y="112729"/>
                  <a:pt x="962421" y="122205"/>
                </a:cubicBezTo>
                <a:cubicBezTo>
                  <a:pt x="1042968" y="131681"/>
                  <a:pt x="1071001" y="157741"/>
                  <a:pt x="1074949" y="169586"/>
                </a:cubicBezTo>
                <a:moveTo>
                  <a:pt x="337586" y="184392"/>
                </a:moveTo>
                <a:lnTo>
                  <a:pt x="684058" y="285077"/>
                </a:lnTo>
                <a:lnTo>
                  <a:pt x="1024607" y="184392"/>
                </a:lnTo>
                <a:moveTo>
                  <a:pt x="330025" y="273231"/>
                </a:moveTo>
                <a:cubicBezTo>
                  <a:pt x="389797" y="251515"/>
                  <a:pt x="544284" y="253095"/>
                  <a:pt x="684058" y="433141"/>
                </a:cubicBezTo>
                <a:cubicBezTo>
                  <a:pt x="714862" y="377864"/>
                  <a:pt x="827641" y="264347"/>
                  <a:pt x="1032317" y="252502"/>
                </a:cubicBezTo>
              </a:path>
            </a:pathLst>
          </a:custGeom>
          <a:noFill/>
          <a:ln w="44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34712" y="3235839"/>
            <a:ext cx="962396" cy="533028"/>
          </a:xfrm>
          <a:custGeom>
            <a:avLst/>
            <a:gdLst/>
            <a:ahLst/>
            <a:cxnLst/>
            <a:rect l="0" t="0" r="0" b="0"/>
            <a:pathLst>
              <a:path w="962396" h="533028">
                <a:moveTo>
                  <a:pt x="440645" y="0"/>
                </a:moveTo>
                <a:cubicBezTo>
                  <a:pt x="522570" y="48367"/>
                  <a:pt x="703011" y="149247"/>
                  <a:pt x="769343" y="165830"/>
                </a:cubicBezTo>
                <a:cubicBezTo>
                  <a:pt x="782497" y="169125"/>
                  <a:pt x="794604" y="171573"/>
                  <a:pt x="805748" y="173345"/>
                </a:cubicBezTo>
                <a:cubicBezTo>
                  <a:pt x="809139" y="189195"/>
                  <a:pt x="816473" y="205635"/>
                  <a:pt x="826188" y="222094"/>
                </a:cubicBezTo>
                <a:cubicBezTo>
                  <a:pt x="832627" y="233000"/>
                  <a:pt x="840114" y="243916"/>
                  <a:pt x="848201" y="254669"/>
                </a:cubicBezTo>
                <a:cubicBezTo>
                  <a:pt x="854221" y="262680"/>
                  <a:pt x="860574" y="270595"/>
                  <a:pt x="867079" y="278358"/>
                </a:cubicBezTo>
                <a:cubicBezTo>
                  <a:pt x="875614" y="288559"/>
                  <a:pt x="884405" y="298475"/>
                  <a:pt x="893035" y="307971"/>
                </a:cubicBezTo>
                <a:cubicBezTo>
                  <a:pt x="903560" y="319563"/>
                  <a:pt x="913847" y="330517"/>
                  <a:pt x="923115" y="340547"/>
                </a:cubicBezTo>
                <a:cubicBezTo>
                  <a:pt x="933402" y="351682"/>
                  <a:pt x="942451" y="361683"/>
                  <a:pt x="949213" y="370160"/>
                </a:cubicBezTo>
                <a:cubicBezTo>
                  <a:pt x="957538" y="380609"/>
                  <a:pt x="962396" y="388753"/>
                  <a:pt x="961834" y="393849"/>
                </a:cubicBezTo>
                <a:cubicBezTo>
                  <a:pt x="958872" y="420500"/>
                  <a:pt x="949985" y="441236"/>
                  <a:pt x="790079" y="464924"/>
                </a:cubicBezTo>
                <a:cubicBezTo>
                  <a:pt x="630164" y="488613"/>
                  <a:pt x="553173" y="491575"/>
                  <a:pt x="378456" y="512302"/>
                </a:cubicBezTo>
                <a:cubicBezTo>
                  <a:pt x="203739" y="533028"/>
                  <a:pt x="85286" y="509339"/>
                  <a:pt x="37909" y="500462"/>
                </a:cubicBezTo>
                <a:cubicBezTo>
                  <a:pt x="0" y="493356"/>
                  <a:pt x="400" y="473811"/>
                  <a:pt x="5333" y="464924"/>
                </a:cubicBezTo>
                <a:cubicBezTo>
                  <a:pt x="9582" y="456590"/>
                  <a:pt x="14630" y="446703"/>
                  <a:pt x="20135" y="435959"/>
                </a:cubicBezTo>
                <a:cubicBezTo>
                  <a:pt x="25031" y="426386"/>
                  <a:pt x="30289" y="416137"/>
                  <a:pt x="35652" y="405698"/>
                </a:cubicBezTo>
                <a:cubicBezTo>
                  <a:pt x="41729" y="393849"/>
                  <a:pt x="47948" y="381771"/>
                  <a:pt x="53930" y="370160"/>
                </a:cubicBezTo>
                <a:cubicBezTo>
                  <a:pt x="59312" y="359730"/>
                  <a:pt x="64512" y="349681"/>
                  <a:pt x="69256" y="340547"/>
                </a:cubicBezTo>
                <a:cubicBezTo>
                  <a:pt x="76200" y="327202"/>
                  <a:pt x="82172" y="315791"/>
                  <a:pt x="86353" y="307971"/>
                </a:cubicBezTo>
                <a:cubicBezTo>
                  <a:pt x="88468" y="304038"/>
                  <a:pt x="90116" y="300999"/>
                  <a:pt x="91211" y="299094"/>
                </a:cubicBezTo>
                <a:cubicBezTo>
                  <a:pt x="95021" y="292427"/>
                  <a:pt x="97602" y="285445"/>
                  <a:pt x="99355" y="278358"/>
                </a:cubicBezTo>
                <a:cubicBezTo>
                  <a:pt x="103050" y="263423"/>
                  <a:pt x="103050" y="248002"/>
                  <a:pt x="103050" y="233943"/>
                </a:cubicBezTo>
                <a:cubicBezTo>
                  <a:pt x="98488" y="165449"/>
                  <a:pt x="108232" y="74942"/>
                  <a:pt x="114242" y="34013"/>
                </a:cubicBezTo>
                <a:cubicBezTo>
                  <a:pt x="206987" y="22298"/>
                  <a:pt x="361654" y="4152"/>
                  <a:pt x="440645" y="0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4713" y="3235839"/>
            <a:ext cx="962396" cy="533033"/>
          </a:xfrm>
          <a:custGeom>
            <a:avLst/>
            <a:gdLst/>
            <a:ahLst/>
            <a:cxnLst/>
            <a:rect l="0" t="0" r="0" b="0"/>
            <a:pathLst>
              <a:path w="962396" h="533033">
                <a:moveTo>
                  <a:pt x="440641" y="0"/>
                </a:moveTo>
                <a:cubicBezTo>
                  <a:pt x="522571" y="48368"/>
                  <a:pt x="703012" y="149249"/>
                  <a:pt x="769345" y="165832"/>
                </a:cubicBezTo>
                <a:cubicBezTo>
                  <a:pt x="782499" y="169121"/>
                  <a:pt x="794606" y="171574"/>
                  <a:pt x="805748" y="173346"/>
                </a:cubicBezTo>
                <a:cubicBezTo>
                  <a:pt x="809140" y="189193"/>
                  <a:pt x="816468" y="205636"/>
                  <a:pt x="826186" y="222097"/>
                </a:cubicBezTo>
                <a:cubicBezTo>
                  <a:pt x="832625" y="233002"/>
                  <a:pt x="840112" y="243916"/>
                  <a:pt x="848200" y="254671"/>
                </a:cubicBezTo>
                <a:cubicBezTo>
                  <a:pt x="854222" y="262679"/>
                  <a:pt x="860576" y="270599"/>
                  <a:pt x="867078" y="278362"/>
                </a:cubicBezTo>
                <a:cubicBezTo>
                  <a:pt x="875616" y="288555"/>
                  <a:pt x="884408" y="298478"/>
                  <a:pt x="893035" y="307974"/>
                </a:cubicBezTo>
                <a:cubicBezTo>
                  <a:pt x="903563" y="319563"/>
                  <a:pt x="913844" y="330516"/>
                  <a:pt x="923115" y="340549"/>
                </a:cubicBezTo>
                <a:cubicBezTo>
                  <a:pt x="933404" y="351682"/>
                  <a:pt x="942449" y="361683"/>
                  <a:pt x="949208" y="370162"/>
                </a:cubicBezTo>
                <a:cubicBezTo>
                  <a:pt x="957538" y="380612"/>
                  <a:pt x="962396" y="388751"/>
                  <a:pt x="961829" y="393852"/>
                </a:cubicBezTo>
                <a:cubicBezTo>
                  <a:pt x="958868" y="420504"/>
                  <a:pt x="949982" y="441233"/>
                  <a:pt x="790074" y="464923"/>
                </a:cubicBezTo>
                <a:cubicBezTo>
                  <a:pt x="630165" y="488614"/>
                  <a:pt x="553169" y="491575"/>
                  <a:pt x="378453" y="512304"/>
                </a:cubicBezTo>
                <a:cubicBezTo>
                  <a:pt x="203740" y="533033"/>
                  <a:pt x="85287" y="509343"/>
                  <a:pt x="37904" y="500459"/>
                </a:cubicBezTo>
                <a:cubicBezTo>
                  <a:pt x="0" y="493352"/>
                  <a:pt x="395" y="473807"/>
                  <a:pt x="5330" y="464923"/>
                </a:cubicBezTo>
                <a:cubicBezTo>
                  <a:pt x="9580" y="456593"/>
                  <a:pt x="14633" y="446704"/>
                  <a:pt x="20135" y="435956"/>
                </a:cubicBezTo>
                <a:cubicBezTo>
                  <a:pt x="25033" y="426386"/>
                  <a:pt x="30286" y="416135"/>
                  <a:pt x="35646" y="405697"/>
                </a:cubicBezTo>
                <a:cubicBezTo>
                  <a:pt x="41727" y="393853"/>
                  <a:pt x="47944" y="381768"/>
                  <a:pt x="53931" y="370162"/>
                </a:cubicBezTo>
                <a:cubicBezTo>
                  <a:pt x="59314" y="359729"/>
                  <a:pt x="64511" y="349683"/>
                  <a:pt x="69258" y="340549"/>
                </a:cubicBezTo>
                <a:cubicBezTo>
                  <a:pt x="76195" y="327198"/>
                  <a:pt x="82170" y="315795"/>
                  <a:pt x="86354" y="307974"/>
                </a:cubicBezTo>
                <a:cubicBezTo>
                  <a:pt x="88462" y="304033"/>
                  <a:pt x="90115" y="301002"/>
                  <a:pt x="91207" y="299091"/>
                </a:cubicBezTo>
                <a:cubicBezTo>
                  <a:pt x="95019" y="292422"/>
                  <a:pt x="97603" y="285446"/>
                  <a:pt x="99356" y="278362"/>
                </a:cubicBezTo>
                <a:cubicBezTo>
                  <a:pt x="103053" y="263425"/>
                  <a:pt x="103053" y="248002"/>
                  <a:pt x="103053" y="233942"/>
                </a:cubicBezTo>
                <a:cubicBezTo>
                  <a:pt x="98486" y="165445"/>
                  <a:pt x="108231" y="74943"/>
                  <a:pt x="114245" y="34014"/>
                </a:cubicBezTo>
                <a:cubicBezTo>
                  <a:pt x="206990" y="22295"/>
                  <a:pt x="361657" y="4157"/>
                  <a:pt x="440641" y="0"/>
                </a:cubicBezTo>
                <a:close/>
                <a:moveTo>
                  <a:pt x="99356" y="278362"/>
                </a:moveTo>
                <a:cubicBezTo>
                  <a:pt x="145007" y="295142"/>
                  <a:pt x="281377" y="318205"/>
                  <a:pt x="464329" y="299091"/>
                </a:cubicBezTo>
                <a:cubicBezTo>
                  <a:pt x="662736" y="278362"/>
                  <a:pt x="788269" y="257632"/>
                  <a:pt x="826186" y="222097"/>
                </a:cubicBezTo>
                <a:moveTo>
                  <a:pt x="86354" y="307974"/>
                </a:moveTo>
                <a:cubicBezTo>
                  <a:pt x="140287" y="323768"/>
                  <a:pt x="291389" y="350617"/>
                  <a:pt x="464329" y="331665"/>
                </a:cubicBezTo>
                <a:cubicBezTo>
                  <a:pt x="680504" y="307974"/>
                  <a:pt x="808605" y="287245"/>
                  <a:pt x="848200" y="254671"/>
                </a:cubicBezTo>
                <a:moveTo>
                  <a:pt x="69258" y="340549"/>
                </a:moveTo>
                <a:cubicBezTo>
                  <a:pt x="109148" y="360291"/>
                  <a:pt x="244009" y="393852"/>
                  <a:pt x="464329" y="370162"/>
                </a:cubicBezTo>
                <a:cubicBezTo>
                  <a:pt x="739730" y="340549"/>
                  <a:pt x="834516" y="310936"/>
                  <a:pt x="867078" y="278362"/>
                </a:cubicBezTo>
                <a:moveTo>
                  <a:pt x="53931" y="370162"/>
                </a:moveTo>
                <a:cubicBezTo>
                  <a:pt x="95969" y="393852"/>
                  <a:pt x="236902" y="434126"/>
                  <a:pt x="464329" y="405697"/>
                </a:cubicBezTo>
                <a:cubicBezTo>
                  <a:pt x="748614" y="370162"/>
                  <a:pt x="833126" y="352394"/>
                  <a:pt x="893035" y="307974"/>
                </a:cubicBezTo>
                <a:moveTo>
                  <a:pt x="35646" y="405697"/>
                </a:moveTo>
                <a:cubicBezTo>
                  <a:pt x="91675" y="430375"/>
                  <a:pt x="255854" y="473215"/>
                  <a:pt x="464329" y="447156"/>
                </a:cubicBezTo>
                <a:cubicBezTo>
                  <a:pt x="724924" y="414581"/>
                  <a:pt x="884401" y="382007"/>
                  <a:pt x="923115" y="340549"/>
                </a:cubicBezTo>
                <a:moveTo>
                  <a:pt x="20135" y="435956"/>
                </a:moveTo>
                <a:cubicBezTo>
                  <a:pt x="59618" y="461405"/>
                  <a:pt x="203733" y="505789"/>
                  <a:pt x="464329" y="479730"/>
                </a:cubicBezTo>
                <a:cubicBezTo>
                  <a:pt x="790074" y="447156"/>
                  <a:pt x="924744" y="399775"/>
                  <a:pt x="949208" y="370162"/>
                </a:cubicBezTo>
              </a:path>
            </a:pathLst>
          </a:custGeom>
          <a:noFill/>
          <a:ln w="44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08501" y="2884660"/>
            <a:ext cx="977398" cy="537743"/>
          </a:xfrm>
          <a:custGeom>
            <a:avLst/>
            <a:gdLst/>
            <a:ahLst/>
            <a:cxnLst/>
            <a:rect l="0" t="0" r="0" b="0"/>
            <a:pathLst>
              <a:path w="977398" h="537743">
                <a:moveTo>
                  <a:pt x="706278" y="0"/>
                </a:moveTo>
                <a:cubicBezTo>
                  <a:pt x="723976" y="22421"/>
                  <a:pt x="730215" y="77552"/>
                  <a:pt x="731091" y="105394"/>
                </a:cubicBezTo>
                <a:lnTo>
                  <a:pt x="752665" y="188318"/>
                </a:lnTo>
                <a:lnTo>
                  <a:pt x="787355" y="321573"/>
                </a:lnTo>
                <a:cubicBezTo>
                  <a:pt x="867308" y="374875"/>
                  <a:pt x="977398" y="421043"/>
                  <a:pt x="967987" y="442988"/>
                </a:cubicBezTo>
                <a:cubicBezTo>
                  <a:pt x="959110" y="463715"/>
                  <a:pt x="885072" y="499252"/>
                  <a:pt x="840657" y="517016"/>
                </a:cubicBezTo>
                <a:cubicBezTo>
                  <a:pt x="819711" y="525389"/>
                  <a:pt x="778468" y="537743"/>
                  <a:pt x="695553" y="517016"/>
                </a:cubicBezTo>
                <a:cubicBezTo>
                  <a:pt x="629221" y="500433"/>
                  <a:pt x="448779" y="399554"/>
                  <a:pt x="366845" y="351186"/>
                </a:cubicBezTo>
                <a:cubicBezTo>
                  <a:pt x="276825" y="355920"/>
                  <a:pt x="88487" y="378828"/>
                  <a:pt x="5572" y="389686"/>
                </a:cubicBezTo>
                <a:lnTo>
                  <a:pt x="666" y="262347"/>
                </a:lnTo>
                <a:lnTo>
                  <a:pt x="0" y="244963"/>
                </a:lnTo>
                <a:cubicBezTo>
                  <a:pt x="15268" y="237143"/>
                  <a:pt x="33432" y="229066"/>
                  <a:pt x="55911" y="220884"/>
                </a:cubicBezTo>
                <a:cubicBezTo>
                  <a:pt x="125129" y="195719"/>
                  <a:pt x="226952" y="154666"/>
                  <a:pt x="334270" y="114604"/>
                </a:cubicBezTo>
                <a:cubicBezTo>
                  <a:pt x="428977" y="79267"/>
                  <a:pt x="527961" y="44691"/>
                  <a:pt x="612638" y="22479"/>
                </a:cubicBezTo>
                <a:cubicBezTo>
                  <a:pt x="645975" y="13735"/>
                  <a:pt x="677332" y="6296"/>
                  <a:pt x="706278" y="0"/>
                </a:cubicBezTo>
                <a:moveTo>
                  <a:pt x="787355" y="321573"/>
                </a:moveTo>
                <a:cubicBezTo>
                  <a:pt x="760628" y="321573"/>
                  <a:pt x="687200" y="326326"/>
                  <a:pt x="605456" y="332327"/>
                </a:cubicBezTo>
                <a:cubicBezTo>
                  <a:pt x="520560" y="338566"/>
                  <a:pt x="426691" y="346157"/>
                  <a:pt x="366845" y="351186"/>
                </a:cubicBezTo>
                <a:lnTo>
                  <a:pt x="787355" y="32157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08501" y="2884660"/>
            <a:ext cx="977396" cy="537747"/>
          </a:xfrm>
          <a:custGeom>
            <a:avLst/>
            <a:gdLst/>
            <a:ahLst/>
            <a:cxnLst/>
            <a:rect l="0" t="0" r="0" b="0"/>
            <a:pathLst>
              <a:path w="977396" h="537747">
                <a:moveTo>
                  <a:pt x="706281" y="0"/>
                </a:moveTo>
                <a:cubicBezTo>
                  <a:pt x="723971" y="22419"/>
                  <a:pt x="730217" y="77555"/>
                  <a:pt x="731087" y="105397"/>
                </a:cubicBezTo>
                <a:lnTo>
                  <a:pt x="752668" y="188314"/>
                </a:lnTo>
                <a:lnTo>
                  <a:pt x="787352" y="321572"/>
                </a:lnTo>
                <a:cubicBezTo>
                  <a:pt x="867307" y="374876"/>
                  <a:pt x="977396" y="421041"/>
                  <a:pt x="967991" y="442985"/>
                </a:cubicBezTo>
                <a:cubicBezTo>
                  <a:pt x="959107" y="463715"/>
                  <a:pt x="885075" y="499250"/>
                  <a:pt x="840655" y="517018"/>
                </a:cubicBezTo>
                <a:cubicBezTo>
                  <a:pt x="819716" y="525394"/>
                  <a:pt x="778468" y="537747"/>
                  <a:pt x="695552" y="517018"/>
                </a:cubicBezTo>
                <a:cubicBezTo>
                  <a:pt x="629219" y="500435"/>
                  <a:pt x="448777" y="399553"/>
                  <a:pt x="366847" y="351185"/>
                </a:cubicBezTo>
                <a:cubicBezTo>
                  <a:pt x="276824" y="355923"/>
                  <a:pt x="88485" y="378824"/>
                  <a:pt x="5569" y="389682"/>
                </a:cubicBezTo>
                <a:lnTo>
                  <a:pt x="669" y="262346"/>
                </a:lnTo>
                <a:lnTo>
                  <a:pt x="0" y="244960"/>
                </a:lnTo>
                <a:cubicBezTo>
                  <a:pt x="15270" y="237144"/>
                  <a:pt x="33433" y="229062"/>
                  <a:pt x="55911" y="220888"/>
                </a:cubicBezTo>
                <a:cubicBezTo>
                  <a:pt x="125132" y="195717"/>
                  <a:pt x="226947" y="154666"/>
                  <a:pt x="334273" y="114608"/>
                </a:cubicBezTo>
                <a:cubicBezTo>
                  <a:pt x="428973" y="79263"/>
                  <a:pt x="527962" y="44691"/>
                  <a:pt x="612635" y="22481"/>
                </a:cubicBezTo>
                <a:cubicBezTo>
                  <a:pt x="645976" y="13736"/>
                  <a:pt x="677334" y="6299"/>
                  <a:pt x="706281" y="0"/>
                </a:cubicBezTo>
                <a:close/>
                <a:moveTo>
                  <a:pt x="366847" y="351185"/>
                </a:moveTo>
                <a:cubicBezTo>
                  <a:pt x="484313" y="341314"/>
                  <a:pt x="732864" y="321572"/>
                  <a:pt x="787352" y="321572"/>
                </a:cubicBezTo>
                <a:moveTo>
                  <a:pt x="669" y="262346"/>
                </a:moveTo>
                <a:cubicBezTo>
                  <a:pt x="72875" y="248735"/>
                  <a:pt x="199062" y="228481"/>
                  <a:pt x="340196" y="212550"/>
                </a:cubicBezTo>
                <a:moveTo>
                  <a:pt x="340196" y="212550"/>
                </a:moveTo>
                <a:cubicBezTo>
                  <a:pt x="475408" y="197289"/>
                  <a:pt x="624338" y="185996"/>
                  <a:pt x="752668" y="188314"/>
                </a:cubicBezTo>
                <a:moveTo>
                  <a:pt x="334273" y="114608"/>
                </a:moveTo>
                <a:lnTo>
                  <a:pt x="340196" y="212550"/>
                </a:lnTo>
              </a:path>
            </a:pathLst>
          </a:custGeom>
          <a:noFill/>
          <a:ln w="44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32075" y="2513934"/>
            <a:ext cx="1374628" cy="695258"/>
          </a:xfrm>
          <a:custGeom>
            <a:avLst/>
            <a:gdLst/>
            <a:ahLst/>
            <a:cxnLst/>
            <a:rect l="0" t="0" r="0" b="0"/>
            <a:pathLst>
              <a:path w="1374628" h="695258">
                <a:moveTo>
                  <a:pt x="391658" y="0"/>
                </a:moveTo>
                <a:cubicBezTo>
                  <a:pt x="425567" y="7858"/>
                  <a:pt x="459981" y="19097"/>
                  <a:pt x="491566" y="34890"/>
                </a:cubicBezTo>
                <a:cubicBezTo>
                  <a:pt x="558688" y="66474"/>
                  <a:pt x="711888" y="137350"/>
                  <a:pt x="787698" y="168144"/>
                </a:cubicBezTo>
                <a:cubicBezTo>
                  <a:pt x="878385" y="204987"/>
                  <a:pt x="1015203" y="198434"/>
                  <a:pt x="1078696" y="177031"/>
                </a:cubicBezTo>
                <a:lnTo>
                  <a:pt x="1190434" y="177031"/>
                </a:lnTo>
                <a:cubicBezTo>
                  <a:pt x="1244726" y="179003"/>
                  <a:pt x="1355674" y="197758"/>
                  <a:pt x="1365151" y="256984"/>
                </a:cubicBezTo>
                <a:cubicBezTo>
                  <a:pt x="1374628" y="316210"/>
                  <a:pt x="1309877" y="336937"/>
                  <a:pt x="1276311" y="339899"/>
                </a:cubicBezTo>
                <a:cubicBezTo>
                  <a:pt x="1240783" y="341871"/>
                  <a:pt x="1133579" y="355301"/>
                  <a:pt x="989066" y="393201"/>
                </a:cubicBezTo>
                <a:cubicBezTo>
                  <a:pt x="808434" y="440588"/>
                  <a:pt x="562641" y="544229"/>
                  <a:pt x="432349" y="591607"/>
                </a:cubicBezTo>
                <a:cubicBezTo>
                  <a:pt x="325735" y="630383"/>
                  <a:pt x="316849" y="683409"/>
                  <a:pt x="198405" y="689333"/>
                </a:cubicBezTo>
                <a:cubicBezTo>
                  <a:pt x="79952" y="695258"/>
                  <a:pt x="23688" y="618267"/>
                  <a:pt x="11839" y="526465"/>
                </a:cubicBezTo>
                <a:cubicBezTo>
                  <a:pt x="0" y="434663"/>
                  <a:pt x="74028" y="328060"/>
                  <a:pt x="139179" y="277710"/>
                </a:cubicBezTo>
                <a:cubicBezTo>
                  <a:pt x="191300" y="237439"/>
                  <a:pt x="306981" y="223427"/>
                  <a:pt x="358311" y="221446"/>
                </a:cubicBezTo>
                <a:cubicBezTo>
                  <a:pt x="355349" y="202691"/>
                  <a:pt x="350024" y="150971"/>
                  <a:pt x="352386" y="94116"/>
                </a:cubicBezTo>
                <a:cubicBezTo>
                  <a:pt x="354377" y="46348"/>
                  <a:pt x="376018" y="14735"/>
                  <a:pt x="391658" y="0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32071" y="2513934"/>
            <a:ext cx="1374633" cy="695257"/>
          </a:xfrm>
          <a:custGeom>
            <a:avLst/>
            <a:gdLst/>
            <a:ahLst/>
            <a:cxnLst/>
            <a:rect l="0" t="0" r="0" b="0"/>
            <a:pathLst>
              <a:path w="1374633" h="695257">
                <a:moveTo>
                  <a:pt x="391666" y="0"/>
                </a:moveTo>
                <a:cubicBezTo>
                  <a:pt x="425569" y="7855"/>
                  <a:pt x="459981" y="19094"/>
                  <a:pt x="491569" y="34887"/>
                </a:cubicBezTo>
                <a:cubicBezTo>
                  <a:pt x="558691" y="66474"/>
                  <a:pt x="711888" y="137347"/>
                  <a:pt x="787699" y="168146"/>
                </a:cubicBezTo>
                <a:cubicBezTo>
                  <a:pt x="878394" y="204991"/>
                  <a:pt x="1015206" y="198430"/>
                  <a:pt x="1078704" y="177029"/>
                </a:cubicBezTo>
                <a:lnTo>
                  <a:pt x="1190441" y="177029"/>
                </a:lnTo>
                <a:cubicBezTo>
                  <a:pt x="1244733" y="179004"/>
                  <a:pt x="1355682" y="197760"/>
                  <a:pt x="1365158" y="256984"/>
                </a:cubicBezTo>
                <a:cubicBezTo>
                  <a:pt x="1374633" y="316209"/>
                  <a:pt x="1309881" y="336939"/>
                  <a:pt x="1276319" y="339901"/>
                </a:cubicBezTo>
                <a:cubicBezTo>
                  <a:pt x="1240783" y="341875"/>
                  <a:pt x="1133583" y="355300"/>
                  <a:pt x="989073" y="393204"/>
                </a:cubicBezTo>
                <a:cubicBezTo>
                  <a:pt x="808434" y="440585"/>
                  <a:pt x="562647" y="544230"/>
                  <a:pt x="432349" y="591611"/>
                </a:cubicBezTo>
                <a:cubicBezTo>
                  <a:pt x="325739" y="630379"/>
                  <a:pt x="316855" y="683411"/>
                  <a:pt x="198406" y="689334"/>
                </a:cubicBezTo>
                <a:cubicBezTo>
                  <a:pt x="79955" y="695257"/>
                  <a:pt x="23690" y="618263"/>
                  <a:pt x="11845" y="526463"/>
                </a:cubicBezTo>
                <a:cubicBezTo>
                  <a:pt x="0" y="434662"/>
                  <a:pt x="74032" y="328056"/>
                  <a:pt x="139181" y="277714"/>
                </a:cubicBezTo>
                <a:cubicBezTo>
                  <a:pt x="191300" y="237441"/>
                  <a:pt x="306988" y="223424"/>
                  <a:pt x="358317" y="221449"/>
                </a:cubicBezTo>
                <a:cubicBezTo>
                  <a:pt x="355355" y="202694"/>
                  <a:pt x="350025" y="150970"/>
                  <a:pt x="352394" y="94113"/>
                </a:cubicBezTo>
                <a:cubicBezTo>
                  <a:pt x="354384" y="46344"/>
                  <a:pt x="376018" y="14736"/>
                  <a:pt x="391666" y="0"/>
                </a:cubicBezTo>
                <a:close/>
                <a:moveTo>
                  <a:pt x="684056" y="337293"/>
                </a:moveTo>
                <a:cubicBezTo>
                  <a:pt x="803805" y="258184"/>
                  <a:pt x="959320" y="177029"/>
                  <a:pt x="1078704" y="177029"/>
                </a:cubicBezTo>
                <a:moveTo>
                  <a:pt x="198406" y="689334"/>
                </a:moveTo>
                <a:cubicBezTo>
                  <a:pt x="245787" y="693125"/>
                  <a:pt x="362263" y="602075"/>
                  <a:pt x="411617" y="556076"/>
                </a:cubicBezTo>
                <a:lnTo>
                  <a:pt x="547837" y="437624"/>
                </a:lnTo>
                <a:moveTo>
                  <a:pt x="358317" y="221449"/>
                </a:moveTo>
                <a:lnTo>
                  <a:pt x="365942" y="339901"/>
                </a:lnTo>
                <a:moveTo>
                  <a:pt x="365942" y="339901"/>
                </a:moveTo>
                <a:lnTo>
                  <a:pt x="371865" y="427612"/>
                </a:lnTo>
                <a:cubicBezTo>
                  <a:pt x="371865" y="456097"/>
                  <a:pt x="500456" y="444731"/>
                  <a:pt x="547837" y="437624"/>
                </a:cubicBezTo>
                <a:moveTo>
                  <a:pt x="547837" y="437624"/>
                </a:moveTo>
                <a:cubicBezTo>
                  <a:pt x="580811" y="410129"/>
                  <a:pt x="628598" y="373930"/>
                  <a:pt x="684056" y="337293"/>
                </a:cubicBezTo>
                <a:moveTo>
                  <a:pt x="365942" y="339901"/>
                </a:moveTo>
                <a:cubicBezTo>
                  <a:pt x="367765" y="368386"/>
                  <a:pt x="563235" y="361267"/>
                  <a:pt x="684056" y="337293"/>
                </a:cubicBezTo>
              </a:path>
            </a:pathLst>
          </a:custGeom>
          <a:noFill/>
          <a:ln w="44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05004" y="1801450"/>
            <a:ext cx="1058960" cy="919133"/>
          </a:xfrm>
          <a:custGeom>
            <a:avLst/>
            <a:gdLst/>
            <a:ahLst/>
            <a:cxnLst/>
            <a:rect l="0" t="0" r="0" b="0"/>
            <a:pathLst>
              <a:path w="1058960" h="919133">
                <a:moveTo>
                  <a:pt x="598703" y="23688"/>
                </a:moveTo>
                <a:cubicBezTo>
                  <a:pt x="695963" y="33175"/>
                  <a:pt x="942212" y="44424"/>
                  <a:pt x="927411" y="127339"/>
                </a:cubicBezTo>
                <a:cubicBezTo>
                  <a:pt x="912599" y="210254"/>
                  <a:pt x="906341" y="259280"/>
                  <a:pt x="906341" y="259280"/>
                </a:cubicBezTo>
                <a:cubicBezTo>
                  <a:pt x="886863" y="376809"/>
                  <a:pt x="884605" y="515102"/>
                  <a:pt x="886329" y="590426"/>
                </a:cubicBezTo>
                <a:cubicBezTo>
                  <a:pt x="886558" y="600503"/>
                  <a:pt x="886863" y="609457"/>
                  <a:pt x="887206" y="617077"/>
                </a:cubicBezTo>
                <a:cubicBezTo>
                  <a:pt x="903989" y="621030"/>
                  <a:pt x="945842" y="633660"/>
                  <a:pt x="979008" y="652614"/>
                </a:cubicBezTo>
                <a:cubicBezTo>
                  <a:pt x="1020460" y="676303"/>
                  <a:pt x="1058960" y="717765"/>
                  <a:pt x="1044149" y="776992"/>
                </a:cubicBezTo>
                <a:cubicBezTo>
                  <a:pt x="1029347" y="836218"/>
                  <a:pt x="973083" y="862869"/>
                  <a:pt x="913857" y="886558"/>
                </a:cubicBezTo>
                <a:cubicBezTo>
                  <a:pt x="854630" y="910247"/>
                  <a:pt x="709526" y="919133"/>
                  <a:pt x="614762" y="880633"/>
                </a:cubicBezTo>
                <a:cubicBezTo>
                  <a:pt x="538953" y="849839"/>
                  <a:pt x="385752" y="778964"/>
                  <a:pt x="318639" y="747379"/>
                </a:cubicBezTo>
                <a:cubicBezTo>
                  <a:pt x="219132" y="697630"/>
                  <a:pt x="91601" y="693086"/>
                  <a:pt x="40271" y="697039"/>
                </a:cubicBezTo>
                <a:cubicBezTo>
                  <a:pt x="25469" y="696048"/>
                  <a:pt x="0" y="682228"/>
                  <a:pt x="40271" y="623001"/>
                </a:cubicBezTo>
                <a:cubicBezTo>
                  <a:pt x="80543" y="563775"/>
                  <a:pt x="169583" y="553907"/>
                  <a:pt x="206101" y="557850"/>
                </a:cubicBezTo>
                <a:cubicBezTo>
                  <a:pt x="208426" y="549506"/>
                  <a:pt x="210683" y="540572"/>
                  <a:pt x="212883" y="531199"/>
                </a:cubicBezTo>
                <a:cubicBezTo>
                  <a:pt x="226837" y="438273"/>
                  <a:pt x="252231" y="287245"/>
                  <a:pt x="252231" y="287245"/>
                </a:cubicBezTo>
                <a:cubicBezTo>
                  <a:pt x="252231" y="287245"/>
                  <a:pt x="267042" y="177679"/>
                  <a:pt x="290731" y="68113"/>
                </a:cubicBezTo>
                <a:cubicBezTo>
                  <a:pt x="305457" y="0"/>
                  <a:pt x="477288" y="11839"/>
                  <a:pt x="598703" y="23688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5007" y="1801453"/>
            <a:ext cx="1058957" cy="919128"/>
          </a:xfrm>
          <a:custGeom>
            <a:avLst/>
            <a:gdLst/>
            <a:ahLst/>
            <a:cxnLst/>
            <a:rect l="0" t="0" r="0" b="0"/>
            <a:pathLst>
              <a:path w="1058957" h="919128">
                <a:moveTo>
                  <a:pt x="598702" y="23685"/>
                </a:moveTo>
                <a:cubicBezTo>
                  <a:pt x="695963" y="33173"/>
                  <a:pt x="942213" y="44420"/>
                  <a:pt x="927406" y="127335"/>
                </a:cubicBezTo>
                <a:cubicBezTo>
                  <a:pt x="912600" y="210251"/>
                  <a:pt x="906340" y="259280"/>
                  <a:pt x="906340" y="259280"/>
                </a:cubicBezTo>
                <a:cubicBezTo>
                  <a:pt x="886861" y="376805"/>
                  <a:pt x="884604" y="515095"/>
                  <a:pt x="886328" y="590425"/>
                </a:cubicBezTo>
                <a:cubicBezTo>
                  <a:pt x="886558" y="600502"/>
                  <a:pt x="886860" y="609453"/>
                  <a:pt x="887201" y="617077"/>
                </a:cubicBezTo>
                <a:cubicBezTo>
                  <a:pt x="903982" y="621025"/>
                  <a:pt x="945836" y="633660"/>
                  <a:pt x="979002" y="652612"/>
                </a:cubicBezTo>
                <a:cubicBezTo>
                  <a:pt x="1020460" y="676303"/>
                  <a:pt x="1058957" y="717761"/>
                  <a:pt x="1044150" y="776987"/>
                </a:cubicBezTo>
                <a:cubicBezTo>
                  <a:pt x="1029344" y="836212"/>
                  <a:pt x="973079" y="862864"/>
                  <a:pt x="913853" y="886554"/>
                </a:cubicBezTo>
                <a:cubicBezTo>
                  <a:pt x="854626" y="910244"/>
                  <a:pt x="709522" y="919128"/>
                  <a:pt x="614762" y="880632"/>
                </a:cubicBezTo>
                <a:cubicBezTo>
                  <a:pt x="538952" y="849833"/>
                  <a:pt x="385755" y="778961"/>
                  <a:pt x="318632" y="747374"/>
                </a:cubicBezTo>
                <a:cubicBezTo>
                  <a:pt x="219133" y="697625"/>
                  <a:pt x="91599" y="693083"/>
                  <a:pt x="40270" y="697032"/>
                </a:cubicBezTo>
                <a:cubicBezTo>
                  <a:pt x="25464" y="696043"/>
                  <a:pt x="0" y="682221"/>
                  <a:pt x="40270" y="622999"/>
                </a:cubicBezTo>
                <a:cubicBezTo>
                  <a:pt x="80543" y="563774"/>
                  <a:pt x="169579" y="553903"/>
                  <a:pt x="206103" y="557851"/>
                </a:cubicBezTo>
                <a:cubicBezTo>
                  <a:pt x="208422" y="549500"/>
                  <a:pt x="210685" y="540571"/>
                  <a:pt x="212885" y="531199"/>
                </a:cubicBezTo>
                <a:cubicBezTo>
                  <a:pt x="226834" y="438271"/>
                  <a:pt x="252230" y="287245"/>
                  <a:pt x="252230" y="287245"/>
                </a:cubicBezTo>
                <a:cubicBezTo>
                  <a:pt x="252230" y="287245"/>
                  <a:pt x="267037" y="177677"/>
                  <a:pt x="290727" y="68109"/>
                </a:cubicBezTo>
                <a:cubicBezTo>
                  <a:pt x="305454" y="0"/>
                  <a:pt x="477289" y="11841"/>
                  <a:pt x="598702" y="23685"/>
                </a:cubicBezTo>
                <a:close/>
                <a:moveTo>
                  <a:pt x="318632" y="684865"/>
                </a:moveTo>
                <a:lnTo>
                  <a:pt x="366015" y="702954"/>
                </a:lnTo>
                <a:cubicBezTo>
                  <a:pt x="386744" y="710851"/>
                  <a:pt x="454854" y="733576"/>
                  <a:pt x="576268" y="747374"/>
                </a:cubicBezTo>
                <a:cubicBezTo>
                  <a:pt x="784743" y="771064"/>
                  <a:pt x="867462" y="737503"/>
                  <a:pt x="890165" y="717761"/>
                </a:cubicBezTo>
                <a:lnTo>
                  <a:pt x="887201" y="617077"/>
                </a:lnTo>
                <a:moveTo>
                  <a:pt x="318632" y="684865"/>
                </a:moveTo>
                <a:cubicBezTo>
                  <a:pt x="357724" y="714731"/>
                  <a:pt x="392667" y="741065"/>
                  <a:pt x="437087" y="768103"/>
                </a:cubicBezTo>
                <a:cubicBezTo>
                  <a:pt x="505196" y="809561"/>
                  <a:pt x="614764" y="865825"/>
                  <a:pt x="721371" y="874709"/>
                </a:cubicBezTo>
                <a:cubicBezTo>
                  <a:pt x="827978" y="883593"/>
                  <a:pt x="940502" y="883593"/>
                  <a:pt x="1044150" y="776987"/>
                </a:cubicBezTo>
                <a:moveTo>
                  <a:pt x="40270" y="622999"/>
                </a:moveTo>
                <a:cubicBezTo>
                  <a:pt x="67060" y="602908"/>
                  <a:pt x="129773" y="575149"/>
                  <a:pt x="193004" y="598968"/>
                </a:cubicBezTo>
                <a:moveTo>
                  <a:pt x="193004" y="598968"/>
                </a:moveTo>
                <a:lnTo>
                  <a:pt x="206103" y="557851"/>
                </a:lnTo>
                <a:moveTo>
                  <a:pt x="212885" y="531199"/>
                </a:moveTo>
                <a:cubicBezTo>
                  <a:pt x="266890" y="560812"/>
                  <a:pt x="416712" y="614140"/>
                  <a:pt x="582190" y="625960"/>
                </a:cubicBezTo>
                <a:cubicBezTo>
                  <a:pt x="789481" y="640767"/>
                  <a:pt x="854046" y="604244"/>
                  <a:pt x="886328" y="590425"/>
                </a:cubicBezTo>
                <a:moveTo>
                  <a:pt x="193004" y="598968"/>
                </a:moveTo>
                <a:cubicBezTo>
                  <a:pt x="204333" y="603235"/>
                  <a:pt x="215677" y="609158"/>
                  <a:pt x="226834" y="617077"/>
                </a:cubicBezTo>
                <a:cubicBezTo>
                  <a:pt x="263341" y="642984"/>
                  <a:pt x="292823" y="665146"/>
                  <a:pt x="318632" y="684865"/>
                </a:cubicBezTo>
              </a:path>
            </a:pathLst>
          </a:custGeom>
          <a:noFill/>
          <a:ln w="44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45747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45747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91467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91467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84791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184791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52422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52422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13377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13377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0440" y="2144958"/>
            <a:ext cx="553050" cy="1066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1">
                <a:solidFill>
                  <a:srgbClr val="22403B"/>
                </a:solidFill>
                <a:latin typeface="Roboto Slab"/>
              </a:rPr>
              <a:t>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125" y="2371743"/>
            <a:ext cx="1659435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22403B"/>
                </a:solidFill>
                <a:latin typeface="Roboto"/>
              </a:rPr>
              <a:t>Backend: Python, FastAPI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499369" y="2322657"/>
            <a:ext cx="1274121" cy="213168"/>
            <a:chOff x="3499369" y="2317895"/>
            <a:chExt cx="1274121" cy="213168"/>
          </a:xfrm>
        </p:grpSpPr>
        <p:sp>
          <p:nvSpPr>
            <p:cNvPr id="24" name="TextBox 23"/>
            <p:cNvSpPr txBox="1"/>
            <p:nvPr/>
          </p:nvSpPr>
          <p:spPr>
            <a:xfrm>
              <a:off x="3499369" y="2317895"/>
              <a:ext cx="1274121" cy="106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Tools for building and deploying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499369" y="2424479"/>
              <a:ext cx="1274121" cy="106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the platform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19125" y="1762199"/>
            <a:ext cx="1980457" cy="380952"/>
            <a:chOff x="619125" y="1757437"/>
            <a:chExt cx="1980457" cy="380952"/>
          </a:xfrm>
        </p:grpSpPr>
        <p:sp>
          <p:nvSpPr>
            <p:cNvPr id="27" name="TextBox 26"/>
            <p:cNvSpPr txBox="1"/>
            <p:nvPr/>
          </p:nvSpPr>
          <p:spPr>
            <a:xfrm>
              <a:off x="619125" y="1757437"/>
              <a:ext cx="19804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Frontend: React, Vite, Tailwind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19125" y="1947937"/>
              <a:ext cx="1980457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CSS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228009" y="2429243"/>
            <a:ext cx="468953" cy="1066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Integration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7228009" y="2606942"/>
            <a:ext cx="1366989" cy="213168"/>
            <a:chOff x="7228009" y="2602180"/>
            <a:chExt cx="1366989" cy="213168"/>
          </a:xfrm>
        </p:grpSpPr>
        <p:sp>
          <p:nvSpPr>
            <p:cNvPr id="31" name="TextBox 30"/>
            <p:cNvSpPr txBox="1"/>
            <p:nvPr/>
          </p:nvSpPr>
          <p:spPr>
            <a:xfrm>
              <a:off x="7228009" y="2602180"/>
              <a:ext cx="1366989" cy="106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Connecting different services and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28009" y="2708764"/>
              <a:ext cx="1366989" cy="106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APIs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819344" y="2820131"/>
            <a:ext cx="96288" cy="1066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1">
                <a:solidFill>
                  <a:srgbClr val="22403B"/>
                </a:solidFill>
                <a:latin typeface="Roboto Slab"/>
              </a:rPr>
              <a:t>AI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19125" y="2828953"/>
            <a:ext cx="1929260" cy="380952"/>
            <a:chOff x="619125" y="2824191"/>
            <a:chExt cx="1929260" cy="380952"/>
          </a:xfrm>
        </p:grpSpPr>
        <p:sp>
          <p:nvSpPr>
            <p:cNvPr id="35" name="TextBox 34"/>
            <p:cNvSpPr txBox="1"/>
            <p:nvPr/>
          </p:nvSpPr>
          <p:spPr>
            <a:xfrm>
              <a:off x="619125" y="2824191"/>
              <a:ext cx="192926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AI: Google Gemini, Cloudflare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9125" y="3014691"/>
              <a:ext cx="1929260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Workers AI, IDM-VTON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606535" y="2997834"/>
            <a:ext cx="1309096" cy="213168"/>
            <a:chOff x="3606535" y="2993072"/>
            <a:chExt cx="1309096" cy="213168"/>
          </a:xfrm>
        </p:grpSpPr>
        <p:sp>
          <p:nvSpPr>
            <p:cNvPr id="38" name="TextBox 37"/>
            <p:cNvSpPr txBox="1"/>
            <p:nvPr/>
          </p:nvSpPr>
          <p:spPr>
            <a:xfrm>
              <a:off x="3606535" y="2993072"/>
              <a:ext cx="1309096" cy="106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Intelligent design generation and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06535" y="3099656"/>
              <a:ext cx="1309096" cy="106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processing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7085867" y="3104416"/>
            <a:ext cx="364626" cy="1066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Backend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7085867" y="3282113"/>
            <a:ext cx="1065161" cy="213169"/>
            <a:chOff x="7085867" y="3277351"/>
            <a:chExt cx="1065161" cy="213169"/>
          </a:xfrm>
        </p:grpSpPr>
        <p:sp>
          <p:nvSpPr>
            <p:cNvPr id="42" name="TextBox 41"/>
            <p:cNvSpPr txBox="1"/>
            <p:nvPr/>
          </p:nvSpPr>
          <p:spPr>
            <a:xfrm>
              <a:off x="7085867" y="3277351"/>
              <a:ext cx="1065161" cy="106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Server-side logic and data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085867" y="3383936"/>
              <a:ext cx="1065161" cy="106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management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19125" y="3438506"/>
            <a:ext cx="2111578" cy="380952"/>
            <a:chOff x="619125" y="3433744"/>
            <a:chExt cx="2111578" cy="380952"/>
          </a:xfrm>
        </p:grpSpPr>
        <p:sp>
          <p:nvSpPr>
            <p:cNvPr id="45" name="TextBox 44"/>
            <p:cNvSpPr txBox="1"/>
            <p:nvPr/>
          </p:nvSpPr>
          <p:spPr>
            <a:xfrm>
              <a:off x="619125" y="3433744"/>
              <a:ext cx="21115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Integration: REST APIs, Hugging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19125" y="3624244"/>
              <a:ext cx="2111578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Face, RapidAPI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391594" y="3495308"/>
            <a:ext cx="381895" cy="1066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1">
                <a:solidFill>
                  <a:srgbClr val="22403B"/>
                </a:solidFill>
                <a:latin typeface="Roboto Slab"/>
              </a:rPr>
              <a:t>Frontend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1074" y="3672986"/>
            <a:ext cx="1192415" cy="1066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1">
                <a:solidFill>
                  <a:srgbClr val="22403B"/>
                </a:solidFill>
                <a:latin typeface="Roboto"/>
              </a:rPr>
              <a:t>User interface and experience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525" y="376237"/>
            <a:ext cx="425484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22403B"/>
                </a:solidFill>
                <a:latin typeface="Roboto Slab"/>
              </a:rPr>
              <a:t>The Technology Stack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125" y="4048045"/>
            <a:ext cx="1845021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22403B"/>
                </a:solidFill>
                <a:latin typeface="Roboto"/>
              </a:rPr>
              <a:t>Development: GitHub, Vercel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12050" y="4500017"/>
            <a:ext cx="3690257" cy="9525"/>
          </a:xfrm>
          <a:custGeom>
            <a:avLst/>
            <a:gdLst/>
            <a:ahLst/>
            <a:cxnLst/>
            <a:rect l="0" t="0" r="0" b="0"/>
            <a:pathLst>
              <a:path w="3690257" h="9525">
                <a:moveTo>
                  <a:pt x="0" y="0"/>
                </a:moveTo>
                <a:lnTo>
                  <a:pt x="2214154" y="0"/>
                </a:lnTo>
                <a:lnTo>
                  <a:pt x="3505744" y="0"/>
                </a:lnTo>
                <a:lnTo>
                  <a:pt x="3690257" y="0"/>
                </a:lnTo>
              </a:path>
            </a:pathLst>
          </a:custGeom>
          <a:noFill/>
          <a:ln w="5764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2691" y="2701016"/>
            <a:ext cx="1729806" cy="1791309"/>
          </a:xfrm>
          <a:custGeom>
            <a:avLst/>
            <a:gdLst/>
            <a:ahLst/>
            <a:cxnLst/>
            <a:rect l="0" t="0" r="0" b="0"/>
            <a:pathLst>
              <a:path w="1729806" h="1791309">
                <a:moveTo>
                  <a:pt x="518941" y="1522228"/>
                </a:moveTo>
                <a:lnTo>
                  <a:pt x="563156" y="1522228"/>
                </a:lnTo>
                <a:cubicBezTo>
                  <a:pt x="574929" y="1522228"/>
                  <a:pt x="587140" y="1522209"/>
                  <a:pt x="599684" y="1522171"/>
                </a:cubicBezTo>
                <a:lnTo>
                  <a:pt x="607352" y="1495320"/>
                </a:lnTo>
                <a:lnTo>
                  <a:pt x="665016" y="1495320"/>
                </a:lnTo>
                <a:lnTo>
                  <a:pt x="676475" y="1522056"/>
                </a:lnTo>
                <a:cubicBezTo>
                  <a:pt x="689076" y="1522075"/>
                  <a:pt x="697687" y="1521990"/>
                  <a:pt x="705211" y="1521914"/>
                </a:cubicBezTo>
                <a:cubicBezTo>
                  <a:pt x="718223" y="1521780"/>
                  <a:pt x="727986" y="1521685"/>
                  <a:pt x="749579" y="1522228"/>
                </a:cubicBezTo>
                <a:lnTo>
                  <a:pt x="757275" y="1495320"/>
                </a:lnTo>
                <a:lnTo>
                  <a:pt x="818778" y="1499168"/>
                </a:lnTo>
                <a:lnTo>
                  <a:pt x="822617" y="1524695"/>
                </a:lnTo>
                <a:cubicBezTo>
                  <a:pt x="849868" y="1525866"/>
                  <a:pt x="875842" y="1527543"/>
                  <a:pt x="899502" y="1529915"/>
                </a:cubicBezTo>
                <a:lnTo>
                  <a:pt x="907189" y="1506855"/>
                </a:lnTo>
                <a:lnTo>
                  <a:pt x="972540" y="1518389"/>
                </a:lnTo>
                <a:lnTo>
                  <a:pt x="972540" y="1540640"/>
                </a:lnTo>
                <a:cubicBezTo>
                  <a:pt x="1001067" y="1546526"/>
                  <a:pt x="1025423" y="1555299"/>
                  <a:pt x="1045254" y="1566252"/>
                </a:cubicBezTo>
                <a:lnTo>
                  <a:pt x="1060951" y="1556823"/>
                </a:lnTo>
                <a:lnTo>
                  <a:pt x="1110919" y="1599114"/>
                </a:lnTo>
                <a:lnTo>
                  <a:pt x="1096346" y="1613687"/>
                </a:lnTo>
                <a:cubicBezTo>
                  <a:pt x="1103433" y="1626327"/>
                  <a:pt x="1107081" y="1639900"/>
                  <a:pt x="1107081" y="1653997"/>
                </a:cubicBezTo>
                <a:cubicBezTo>
                  <a:pt x="1107081" y="1669075"/>
                  <a:pt x="1103804" y="1683419"/>
                  <a:pt x="1097661" y="1696478"/>
                </a:cubicBezTo>
                <a:lnTo>
                  <a:pt x="1114767" y="1706746"/>
                </a:lnTo>
                <a:lnTo>
                  <a:pt x="1068638" y="1764401"/>
                </a:lnTo>
                <a:lnTo>
                  <a:pt x="1045568" y="1749028"/>
                </a:lnTo>
                <a:cubicBezTo>
                  <a:pt x="1031567" y="1756295"/>
                  <a:pt x="1016869" y="1759953"/>
                  <a:pt x="999058" y="1762515"/>
                </a:cubicBezTo>
                <a:cubicBezTo>
                  <a:pt x="992238" y="1763506"/>
                  <a:pt x="984608" y="1764334"/>
                  <a:pt x="976274" y="1765030"/>
                </a:cubicBezTo>
                <a:lnTo>
                  <a:pt x="972540" y="1787471"/>
                </a:lnTo>
                <a:lnTo>
                  <a:pt x="907189" y="1787471"/>
                </a:lnTo>
                <a:lnTo>
                  <a:pt x="899502" y="1768249"/>
                </a:lnTo>
                <a:cubicBezTo>
                  <a:pt x="879605" y="1768516"/>
                  <a:pt x="850792" y="1768249"/>
                  <a:pt x="821940" y="1767811"/>
                </a:cubicBezTo>
                <a:lnTo>
                  <a:pt x="818997" y="1791309"/>
                </a:lnTo>
                <a:lnTo>
                  <a:pt x="768353" y="1791309"/>
                </a:lnTo>
                <a:lnTo>
                  <a:pt x="762561" y="1766697"/>
                </a:lnTo>
                <a:cubicBezTo>
                  <a:pt x="736520" y="1766125"/>
                  <a:pt x="717908" y="1765630"/>
                  <a:pt x="717775" y="1765630"/>
                </a:cubicBezTo>
                <a:cubicBezTo>
                  <a:pt x="710936" y="1765439"/>
                  <a:pt x="704278" y="1765268"/>
                  <a:pt x="697649" y="1765096"/>
                </a:cubicBezTo>
                <a:lnTo>
                  <a:pt x="684123" y="1765096"/>
                </a:lnTo>
                <a:lnTo>
                  <a:pt x="676551" y="1787471"/>
                </a:lnTo>
                <a:lnTo>
                  <a:pt x="611200" y="1787471"/>
                </a:lnTo>
                <a:lnTo>
                  <a:pt x="605142" y="1762515"/>
                </a:lnTo>
                <a:lnTo>
                  <a:pt x="511254" y="1762515"/>
                </a:lnTo>
                <a:lnTo>
                  <a:pt x="503567" y="1787471"/>
                </a:lnTo>
                <a:lnTo>
                  <a:pt x="442064" y="1787471"/>
                </a:lnTo>
                <a:lnTo>
                  <a:pt x="432996" y="1762515"/>
                </a:lnTo>
                <a:lnTo>
                  <a:pt x="361340" y="1762515"/>
                </a:lnTo>
                <a:lnTo>
                  <a:pt x="353653" y="1787471"/>
                </a:lnTo>
                <a:lnTo>
                  <a:pt x="295989" y="1787471"/>
                </a:lnTo>
                <a:lnTo>
                  <a:pt x="288302" y="1762515"/>
                </a:lnTo>
                <a:lnTo>
                  <a:pt x="215264" y="1762515"/>
                </a:lnTo>
                <a:lnTo>
                  <a:pt x="207578" y="1787471"/>
                </a:lnTo>
                <a:lnTo>
                  <a:pt x="146075" y="1787471"/>
                </a:lnTo>
                <a:lnTo>
                  <a:pt x="138388" y="1762515"/>
                </a:lnTo>
                <a:lnTo>
                  <a:pt x="123386" y="1762515"/>
                </a:lnTo>
                <a:cubicBezTo>
                  <a:pt x="101822" y="1760629"/>
                  <a:pt x="84353" y="1756086"/>
                  <a:pt x="70265" y="1749704"/>
                </a:cubicBezTo>
                <a:lnTo>
                  <a:pt x="46129" y="1764401"/>
                </a:lnTo>
                <a:lnTo>
                  <a:pt x="0" y="1710585"/>
                </a:lnTo>
                <a:lnTo>
                  <a:pt x="19202" y="1691382"/>
                </a:lnTo>
                <a:cubicBezTo>
                  <a:pt x="16440" y="1681314"/>
                  <a:pt x="15373" y="1671180"/>
                  <a:pt x="15373" y="1661741"/>
                </a:cubicBezTo>
                <a:cubicBezTo>
                  <a:pt x="15373" y="1660512"/>
                  <a:pt x="15373" y="1659321"/>
                  <a:pt x="15363" y="1658169"/>
                </a:cubicBezTo>
                <a:cubicBezTo>
                  <a:pt x="15287" y="1646872"/>
                  <a:pt x="15230" y="1638909"/>
                  <a:pt x="23060" y="1626022"/>
                </a:cubicBezTo>
                <a:lnTo>
                  <a:pt x="7686" y="1599114"/>
                </a:lnTo>
                <a:lnTo>
                  <a:pt x="53816" y="1556823"/>
                </a:lnTo>
                <a:lnTo>
                  <a:pt x="70399" y="1575044"/>
                </a:lnTo>
                <a:cubicBezTo>
                  <a:pt x="93164" y="1557689"/>
                  <a:pt x="114861" y="1544478"/>
                  <a:pt x="146075" y="1537611"/>
                </a:cubicBezTo>
                <a:lnTo>
                  <a:pt x="146075" y="1514541"/>
                </a:lnTo>
                <a:lnTo>
                  <a:pt x="211416" y="1506855"/>
                </a:lnTo>
                <a:lnTo>
                  <a:pt x="211416" y="1529667"/>
                </a:lnTo>
                <a:cubicBezTo>
                  <a:pt x="234495" y="1527876"/>
                  <a:pt x="260623" y="1526514"/>
                  <a:pt x="288493" y="1525485"/>
                </a:cubicBezTo>
                <a:lnTo>
                  <a:pt x="295989" y="1503006"/>
                </a:lnTo>
                <a:lnTo>
                  <a:pt x="357492" y="1503006"/>
                </a:lnTo>
                <a:lnTo>
                  <a:pt x="365178" y="1522228"/>
                </a:lnTo>
                <a:lnTo>
                  <a:pt x="442064" y="1522228"/>
                </a:lnTo>
                <a:lnTo>
                  <a:pt x="453590" y="1495320"/>
                </a:lnTo>
                <a:lnTo>
                  <a:pt x="511254" y="1495320"/>
                </a:lnTo>
                <a:lnTo>
                  <a:pt x="518941" y="1522228"/>
                </a:lnTo>
                <a:moveTo>
                  <a:pt x="376713" y="788031"/>
                </a:moveTo>
                <a:cubicBezTo>
                  <a:pt x="450522" y="754208"/>
                  <a:pt x="663730" y="755999"/>
                  <a:pt x="761114" y="761123"/>
                </a:cubicBezTo>
                <a:lnTo>
                  <a:pt x="845686" y="999448"/>
                </a:lnTo>
                <a:lnTo>
                  <a:pt x="934097" y="1287741"/>
                </a:lnTo>
                <a:cubicBezTo>
                  <a:pt x="923029" y="1288303"/>
                  <a:pt x="901245" y="1288113"/>
                  <a:pt x="872594" y="1287503"/>
                </a:cubicBezTo>
                <a:cubicBezTo>
                  <a:pt x="886682" y="1297752"/>
                  <a:pt x="975607" y="1354635"/>
                  <a:pt x="987913" y="1391535"/>
                </a:cubicBezTo>
                <a:lnTo>
                  <a:pt x="1060951" y="1399222"/>
                </a:lnTo>
                <a:cubicBezTo>
                  <a:pt x="1063513" y="1410757"/>
                  <a:pt x="1065561" y="1439970"/>
                  <a:pt x="1053264" y="1464573"/>
                </a:cubicBezTo>
                <a:cubicBezTo>
                  <a:pt x="913590" y="1440227"/>
                  <a:pt x="521246" y="1406137"/>
                  <a:pt x="69189" y="1464573"/>
                </a:cubicBezTo>
                <a:cubicBezTo>
                  <a:pt x="64065" y="1458163"/>
                  <a:pt x="54587" y="1436893"/>
                  <a:pt x="57664" y="1403070"/>
                </a:cubicBezTo>
                <a:lnTo>
                  <a:pt x="130692" y="1391535"/>
                </a:lnTo>
                <a:cubicBezTo>
                  <a:pt x="141112" y="1330194"/>
                  <a:pt x="176374" y="1267729"/>
                  <a:pt x="176564" y="1267406"/>
                </a:cubicBezTo>
                <a:cubicBezTo>
                  <a:pt x="150228" y="1265043"/>
                  <a:pt x="127863" y="1262738"/>
                  <a:pt x="111480" y="1260843"/>
                </a:cubicBezTo>
                <a:lnTo>
                  <a:pt x="65351" y="1180118"/>
                </a:lnTo>
                <a:lnTo>
                  <a:pt x="111480" y="1080173"/>
                </a:lnTo>
                <a:cubicBezTo>
                  <a:pt x="119167" y="1064790"/>
                  <a:pt x="136464" y="1034043"/>
                  <a:pt x="153762" y="1026356"/>
                </a:cubicBezTo>
                <a:cubicBezTo>
                  <a:pt x="181441" y="1014050"/>
                  <a:pt x="349805" y="1008402"/>
                  <a:pt x="415156" y="1007125"/>
                </a:cubicBezTo>
                <a:lnTo>
                  <a:pt x="415156" y="861059"/>
                </a:lnTo>
                <a:lnTo>
                  <a:pt x="380561" y="853373"/>
                </a:lnTo>
                <a:lnTo>
                  <a:pt x="376713" y="788031"/>
                </a:lnTo>
                <a:moveTo>
                  <a:pt x="714984" y="814930"/>
                </a:moveTo>
                <a:cubicBezTo>
                  <a:pt x="675265" y="814930"/>
                  <a:pt x="572757" y="818007"/>
                  <a:pt x="480498" y="830303"/>
                </a:cubicBezTo>
                <a:lnTo>
                  <a:pt x="480498" y="1003287"/>
                </a:lnTo>
                <a:lnTo>
                  <a:pt x="780335" y="1003287"/>
                </a:lnTo>
                <a:lnTo>
                  <a:pt x="714984" y="814930"/>
                </a:lnTo>
                <a:moveTo>
                  <a:pt x="1579892" y="1045568"/>
                </a:moveTo>
                <a:lnTo>
                  <a:pt x="1546231" y="1143171"/>
                </a:lnTo>
                <a:cubicBezTo>
                  <a:pt x="1573996" y="1168479"/>
                  <a:pt x="1591427" y="1204931"/>
                  <a:pt x="1591427" y="1245460"/>
                </a:cubicBezTo>
                <a:cubicBezTo>
                  <a:pt x="1591427" y="1321889"/>
                  <a:pt x="1529467" y="1383849"/>
                  <a:pt x="1453038" y="1383849"/>
                </a:cubicBezTo>
                <a:cubicBezTo>
                  <a:pt x="1376610" y="1383849"/>
                  <a:pt x="1314650" y="1321889"/>
                  <a:pt x="1314650" y="1245460"/>
                </a:cubicBezTo>
                <a:cubicBezTo>
                  <a:pt x="1314650" y="1170279"/>
                  <a:pt x="1374486" y="1109052"/>
                  <a:pt x="1449190" y="1107081"/>
                </a:cubicBezTo>
                <a:lnTo>
                  <a:pt x="1491481" y="1010973"/>
                </a:lnTo>
                <a:lnTo>
                  <a:pt x="1579892" y="1045568"/>
                </a:lnTo>
                <a:moveTo>
                  <a:pt x="196043" y="553535"/>
                </a:moveTo>
                <a:cubicBezTo>
                  <a:pt x="236381" y="553535"/>
                  <a:pt x="269081" y="586235"/>
                  <a:pt x="269081" y="626573"/>
                </a:cubicBezTo>
                <a:cubicBezTo>
                  <a:pt x="269081" y="663349"/>
                  <a:pt x="241906" y="693772"/>
                  <a:pt x="206540" y="698858"/>
                </a:cubicBezTo>
                <a:cubicBezTo>
                  <a:pt x="203111" y="699354"/>
                  <a:pt x="199605" y="699611"/>
                  <a:pt x="196043" y="699611"/>
                </a:cubicBezTo>
                <a:cubicBezTo>
                  <a:pt x="194786" y="699611"/>
                  <a:pt x="193528" y="699573"/>
                  <a:pt x="192281" y="699516"/>
                </a:cubicBezTo>
                <a:cubicBezTo>
                  <a:pt x="153695" y="697553"/>
                  <a:pt x="123005" y="665654"/>
                  <a:pt x="123005" y="626573"/>
                </a:cubicBezTo>
                <a:cubicBezTo>
                  <a:pt x="123005" y="586235"/>
                  <a:pt x="155705" y="553535"/>
                  <a:pt x="196043" y="553535"/>
                </a:cubicBezTo>
                <a:moveTo>
                  <a:pt x="1656768" y="0"/>
                </a:moveTo>
                <a:cubicBezTo>
                  <a:pt x="1697107" y="0"/>
                  <a:pt x="1729806" y="32699"/>
                  <a:pt x="1729806" y="73037"/>
                </a:cubicBezTo>
                <a:cubicBezTo>
                  <a:pt x="1729806" y="113376"/>
                  <a:pt x="1697107" y="146075"/>
                  <a:pt x="1656768" y="146075"/>
                </a:cubicBezTo>
                <a:cubicBezTo>
                  <a:pt x="1616430" y="146075"/>
                  <a:pt x="1583731" y="113376"/>
                  <a:pt x="1583731" y="73037"/>
                </a:cubicBezTo>
                <a:cubicBezTo>
                  <a:pt x="1583731" y="32699"/>
                  <a:pt x="1616430" y="0"/>
                  <a:pt x="1656768" y="0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92664" y="2701016"/>
            <a:ext cx="1679835" cy="1745861"/>
          </a:xfrm>
          <a:custGeom>
            <a:avLst/>
            <a:gdLst/>
            <a:ahLst/>
            <a:cxnLst/>
            <a:rect l="0" t="0" r="0" b="0"/>
            <a:pathLst>
              <a:path w="1679835" h="1745861">
                <a:moveTo>
                  <a:pt x="1535020" y="59468"/>
                </a:moveTo>
                <a:cubicBezTo>
                  <a:pt x="1534195" y="63864"/>
                  <a:pt x="1533763" y="68400"/>
                  <a:pt x="1533763" y="73036"/>
                </a:cubicBezTo>
                <a:moveTo>
                  <a:pt x="1594557" y="145050"/>
                </a:moveTo>
                <a:cubicBezTo>
                  <a:pt x="1560048" y="139227"/>
                  <a:pt x="1533763" y="109201"/>
                  <a:pt x="1533763" y="73036"/>
                </a:cubicBezTo>
                <a:moveTo>
                  <a:pt x="1533763" y="73036"/>
                </a:moveTo>
                <a:cubicBezTo>
                  <a:pt x="1533763" y="113373"/>
                  <a:pt x="1566462" y="146072"/>
                  <a:pt x="1606799" y="146072"/>
                </a:cubicBezTo>
                <a:cubicBezTo>
                  <a:pt x="1647136" y="146072"/>
                  <a:pt x="1679835" y="113373"/>
                  <a:pt x="1679835" y="73036"/>
                </a:cubicBezTo>
                <a:cubicBezTo>
                  <a:pt x="1679835" y="32699"/>
                  <a:pt x="1647136" y="0"/>
                  <a:pt x="1606799" y="0"/>
                </a:cubicBezTo>
                <a:cubicBezTo>
                  <a:pt x="1566462" y="0"/>
                  <a:pt x="1533763" y="32699"/>
                  <a:pt x="1533763" y="73036"/>
                </a:cubicBezTo>
                <a:close/>
                <a:moveTo>
                  <a:pt x="146072" y="699611"/>
                </a:moveTo>
                <a:cubicBezTo>
                  <a:pt x="186409" y="699611"/>
                  <a:pt x="219109" y="666911"/>
                  <a:pt x="219109" y="626574"/>
                </a:cubicBezTo>
                <a:cubicBezTo>
                  <a:pt x="219109" y="586238"/>
                  <a:pt x="186409" y="553538"/>
                  <a:pt x="146072" y="553538"/>
                </a:cubicBezTo>
                <a:cubicBezTo>
                  <a:pt x="105735" y="553538"/>
                  <a:pt x="73036" y="586238"/>
                  <a:pt x="73036" y="626574"/>
                </a:cubicBezTo>
                <a:cubicBezTo>
                  <a:pt x="73036" y="666911"/>
                  <a:pt x="105735" y="699611"/>
                  <a:pt x="146072" y="699611"/>
                </a:cubicBezTo>
                <a:close/>
                <a:moveTo>
                  <a:pt x="146072" y="699611"/>
                </a:moveTo>
                <a:cubicBezTo>
                  <a:pt x="138011" y="699611"/>
                  <a:pt x="130255" y="698300"/>
                  <a:pt x="123003" y="695888"/>
                </a:cubicBezTo>
                <a:moveTo>
                  <a:pt x="194258" y="681457"/>
                </a:moveTo>
                <a:cubicBezTo>
                  <a:pt x="181398" y="692755"/>
                  <a:pt x="164535" y="699611"/>
                  <a:pt x="146072" y="699611"/>
                </a:cubicBezTo>
                <a:moveTo>
                  <a:pt x="1403066" y="1107077"/>
                </a:moveTo>
                <a:cubicBezTo>
                  <a:pt x="1326639" y="1107077"/>
                  <a:pt x="1264681" y="1169034"/>
                  <a:pt x="1264681" y="1245461"/>
                </a:cubicBezTo>
                <a:cubicBezTo>
                  <a:pt x="1264681" y="1321889"/>
                  <a:pt x="1326639" y="1383846"/>
                  <a:pt x="1403066" y="1383846"/>
                </a:cubicBezTo>
                <a:cubicBezTo>
                  <a:pt x="1479494" y="1383846"/>
                  <a:pt x="1541451" y="1321889"/>
                  <a:pt x="1541451" y="1245461"/>
                </a:cubicBezTo>
                <a:cubicBezTo>
                  <a:pt x="1541451" y="1202471"/>
                  <a:pt x="1521847" y="1164059"/>
                  <a:pt x="1491092" y="1138677"/>
                </a:cubicBezTo>
                <a:moveTo>
                  <a:pt x="1403066" y="1107077"/>
                </a:moveTo>
                <a:cubicBezTo>
                  <a:pt x="1401821" y="1107077"/>
                  <a:pt x="1400581" y="1107093"/>
                  <a:pt x="1399345" y="1107126"/>
                </a:cubicBezTo>
                <a:lnTo>
                  <a:pt x="1399222" y="1107077"/>
                </a:lnTo>
                <a:lnTo>
                  <a:pt x="1420364" y="1059026"/>
                </a:lnTo>
                <a:moveTo>
                  <a:pt x="1491092" y="1138677"/>
                </a:moveTo>
                <a:cubicBezTo>
                  <a:pt x="1467170" y="1118935"/>
                  <a:pt x="1436503" y="1107077"/>
                  <a:pt x="1403066" y="1107077"/>
                </a:cubicBezTo>
                <a:moveTo>
                  <a:pt x="15376" y="1180119"/>
                </a:moveTo>
                <a:lnTo>
                  <a:pt x="61504" y="1080175"/>
                </a:lnTo>
                <a:moveTo>
                  <a:pt x="126588" y="1267405"/>
                </a:moveTo>
                <a:cubicBezTo>
                  <a:pt x="100254" y="1265043"/>
                  <a:pt x="77888" y="1262734"/>
                  <a:pt x="61504" y="1260844"/>
                </a:cubicBezTo>
                <a:lnTo>
                  <a:pt x="15376" y="1180119"/>
                </a:lnTo>
                <a:moveTo>
                  <a:pt x="15376" y="1180119"/>
                </a:moveTo>
                <a:lnTo>
                  <a:pt x="280613" y="1199333"/>
                </a:lnTo>
                <a:lnTo>
                  <a:pt x="345878" y="1280064"/>
                </a:lnTo>
                <a:moveTo>
                  <a:pt x="61504" y="1080175"/>
                </a:moveTo>
                <a:lnTo>
                  <a:pt x="365181" y="1080175"/>
                </a:lnTo>
                <a:lnTo>
                  <a:pt x="365181" y="1007128"/>
                </a:lnTo>
                <a:moveTo>
                  <a:pt x="365181" y="1007128"/>
                </a:moveTo>
                <a:cubicBezTo>
                  <a:pt x="299833" y="1008409"/>
                  <a:pt x="131465" y="1014051"/>
                  <a:pt x="103788" y="1026352"/>
                </a:cubicBezTo>
                <a:cubicBezTo>
                  <a:pt x="86490" y="1034040"/>
                  <a:pt x="69192" y="1064792"/>
                  <a:pt x="61504" y="1080175"/>
                </a:cubicBezTo>
                <a:moveTo>
                  <a:pt x="822619" y="1287509"/>
                </a:moveTo>
                <a:cubicBezTo>
                  <a:pt x="718618" y="1285319"/>
                  <a:pt x="524104" y="1277653"/>
                  <a:pt x="422842" y="1280064"/>
                </a:cubicBezTo>
                <a:cubicBezTo>
                  <a:pt x="398198" y="1280650"/>
                  <a:pt x="372231" y="1280593"/>
                  <a:pt x="345878" y="1280064"/>
                </a:cubicBezTo>
                <a:moveTo>
                  <a:pt x="345878" y="1280064"/>
                </a:moveTo>
                <a:cubicBezTo>
                  <a:pt x="268075" y="1278500"/>
                  <a:pt x="186916" y="1272814"/>
                  <a:pt x="126588" y="1267405"/>
                </a:cubicBezTo>
                <a:moveTo>
                  <a:pt x="730363" y="1003288"/>
                </a:moveTo>
                <a:lnTo>
                  <a:pt x="684235" y="1226241"/>
                </a:lnTo>
                <a:cubicBezTo>
                  <a:pt x="588903" y="1235467"/>
                  <a:pt x="475376" y="1230085"/>
                  <a:pt x="430530" y="1226241"/>
                </a:cubicBezTo>
                <a:lnTo>
                  <a:pt x="430530" y="1003288"/>
                </a:lnTo>
                <a:moveTo>
                  <a:pt x="730363" y="1003288"/>
                </a:moveTo>
                <a:lnTo>
                  <a:pt x="665015" y="814931"/>
                </a:lnTo>
                <a:cubicBezTo>
                  <a:pt x="625293" y="814931"/>
                  <a:pt x="522786" y="818007"/>
                  <a:pt x="430530" y="830307"/>
                </a:cubicBezTo>
                <a:lnTo>
                  <a:pt x="430530" y="1003288"/>
                </a:lnTo>
                <a:moveTo>
                  <a:pt x="430530" y="1003288"/>
                </a:moveTo>
                <a:lnTo>
                  <a:pt x="634262" y="1003288"/>
                </a:lnTo>
                <a:lnTo>
                  <a:pt x="691923" y="1003288"/>
                </a:lnTo>
                <a:lnTo>
                  <a:pt x="730363" y="1003288"/>
                </a:lnTo>
                <a:moveTo>
                  <a:pt x="365181" y="1007128"/>
                </a:moveTo>
                <a:lnTo>
                  <a:pt x="365181" y="861060"/>
                </a:lnTo>
                <a:lnTo>
                  <a:pt x="330585" y="853372"/>
                </a:lnTo>
                <a:lnTo>
                  <a:pt x="326741" y="788029"/>
                </a:lnTo>
                <a:cubicBezTo>
                  <a:pt x="400546" y="754202"/>
                  <a:pt x="613761" y="755996"/>
                  <a:pt x="711143" y="761121"/>
                </a:cubicBezTo>
                <a:lnTo>
                  <a:pt x="795711" y="999450"/>
                </a:lnTo>
                <a:lnTo>
                  <a:pt x="839784" y="1143164"/>
                </a:lnTo>
                <a:lnTo>
                  <a:pt x="884124" y="1287746"/>
                </a:lnTo>
                <a:cubicBezTo>
                  <a:pt x="873054" y="1288299"/>
                  <a:pt x="851271" y="1288112"/>
                  <a:pt x="822619" y="1287509"/>
                </a:cubicBezTo>
                <a:moveTo>
                  <a:pt x="80724" y="1391534"/>
                </a:moveTo>
                <a:cubicBezTo>
                  <a:pt x="91164" y="1330030"/>
                  <a:pt x="126588" y="1267405"/>
                  <a:pt x="126588" y="1267405"/>
                </a:cubicBezTo>
                <a:moveTo>
                  <a:pt x="80724" y="1391534"/>
                </a:moveTo>
                <a:lnTo>
                  <a:pt x="7688" y="1403066"/>
                </a:lnTo>
                <a:cubicBezTo>
                  <a:pt x="4612" y="1436893"/>
                  <a:pt x="14094" y="1458164"/>
                  <a:pt x="19220" y="1464570"/>
                </a:cubicBezTo>
                <a:cubicBezTo>
                  <a:pt x="471276" y="1406141"/>
                  <a:pt x="863622" y="1440225"/>
                  <a:pt x="1003288" y="1464570"/>
                </a:cubicBezTo>
                <a:cubicBezTo>
                  <a:pt x="1015589" y="1439969"/>
                  <a:pt x="1013539" y="1410754"/>
                  <a:pt x="1010976" y="1399222"/>
                </a:cubicBezTo>
                <a:lnTo>
                  <a:pt x="937940" y="1391534"/>
                </a:lnTo>
                <a:moveTo>
                  <a:pt x="80724" y="1391534"/>
                </a:moveTo>
                <a:cubicBezTo>
                  <a:pt x="219109" y="1378720"/>
                  <a:pt x="584290" y="1360782"/>
                  <a:pt x="937940" y="1391534"/>
                </a:cubicBezTo>
                <a:moveTo>
                  <a:pt x="822619" y="1287509"/>
                </a:moveTo>
                <a:cubicBezTo>
                  <a:pt x="836714" y="1297759"/>
                  <a:pt x="925639" y="1354631"/>
                  <a:pt x="937940" y="1391534"/>
                </a:cubicBezTo>
                <a:moveTo>
                  <a:pt x="49020" y="1620884"/>
                </a:moveTo>
                <a:cubicBezTo>
                  <a:pt x="38791" y="1627753"/>
                  <a:pt x="31460" y="1638159"/>
                  <a:pt x="28436" y="1650104"/>
                </a:cubicBezTo>
                <a:cubicBezTo>
                  <a:pt x="25412" y="1662049"/>
                  <a:pt x="26908" y="1674690"/>
                  <a:pt x="32635" y="1685599"/>
                </a:cubicBezTo>
                <a:cubicBezTo>
                  <a:pt x="38363" y="1696508"/>
                  <a:pt x="47919" y="1704918"/>
                  <a:pt x="59469" y="1709211"/>
                </a:cubicBezTo>
                <a:cubicBezTo>
                  <a:pt x="71019" y="1713504"/>
                  <a:pt x="83747" y="1713378"/>
                  <a:pt x="95210" y="1708859"/>
                </a:cubicBezTo>
                <a:moveTo>
                  <a:pt x="91164" y="1614487"/>
                </a:moveTo>
                <a:cubicBezTo>
                  <a:pt x="97453" y="1616363"/>
                  <a:pt x="103311" y="1619459"/>
                  <a:pt x="108402" y="1623599"/>
                </a:cubicBezTo>
                <a:cubicBezTo>
                  <a:pt x="113495" y="1627738"/>
                  <a:pt x="117722" y="1632840"/>
                  <a:pt x="120842" y="1638614"/>
                </a:cubicBezTo>
                <a:cubicBezTo>
                  <a:pt x="123962" y="1644387"/>
                  <a:pt x="125915" y="1650718"/>
                  <a:pt x="126588" y="1657246"/>
                </a:cubicBezTo>
                <a:cubicBezTo>
                  <a:pt x="127262" y="1663774"/>
                  <a:pt x="126643" y="1670370"/>
                  <a:pt x="124767" y="1676659"/>
                </a:cubicBezTo>
                <a:moveTo>
                  <a:pt x="775601" y="1573932"/>
                </a:moveTo>
                <a:cubicBezTo>
                  <a:pt x="764138" y="1569412"/>
                  <a:pt x="751410" y="1569287"/>
                  <a:pt x="739860" y="1573580"/>
                </a:cubicBezTo>
                <a:cubicBezTo>
                  <a:pt x="728310" y="1577873"/>
                  <a:pt x="718754" y="1586282"/>
                  <a:pt x="713026" y="1597191"/>
                </a:cubicBezTo>
                <a:cubicBezTo>
                  <a:pt x="707299" y="1608101"/>
                  <a:pt x="705804" y="1620741"/>
                  <a:pt x="708827" y="1632686"/>
                </a:cubicBezTo>
                <a:cubicBezTo>
                  <a:pt x="711852" y="1644631"/>
                  <a:pt x="719182" y="1655038"/>
                  <a:pt x="729411" y="1661907"/>
                </a:cubicBezTo>
                <a:moveTo>
                  <a:pt x="805158" y="1606132"/>
                </a:moveTo>
                <a:cubicBezTo>
                  <a:pt x="807034" y="1612421"/>
                  <a:pt x="807653" y="1619017"/>
                  <a:pt x="806980" y="1625545"/>
                </a:cubicBezTo>
                <a:cubicBezTo>
                  <a:pt x="806306" y="1632073"/>
                  <a:pt x="804353" y="1638404"/>
                  <a:pt x="801233" y="1644177"/>
                </a:cubicBezTo>
                <a:cubicBezTo>
                  <a:pt x="798113" y="1649950"/>
                  <a:pt x="793886" y="1655052"/>
                  <a:pt x="788794" y="1659192"/>
                </a:cubicBezTo>
                <a:cubicBezTo>
                  <a:pt x="783702" y="1663332"/>
                  <a:pt x="777844" y="1666427"/>
                  <a:pt x="771555" y="1668303"/>
                </a:cubicBezTo>
                <a:moveTo>
                  <a:pt x="215694" y="1652371"/>
                </a:moveTo>
                <a:cubicBezTo>
                  <a:pt x="208361" y="1642469"/>
                  <a:pt x="204946" y="1630206"/>
                  <a:pt x="206103" y="1617939"/>
                </a:cubicBezTo>
                <a:cubicBezTo>
                  <a:pt x="207261" y="1605672"/>
                  <a:pt x="212910" y="1594265"/>
                  <a:pt x="221965" y="1585908"/>
                </a:cubicBezTo>
                <a:cubicBezTo>
                  <a:pt x="231020" y="1577552"/>
                  <a:pt x="242843" y="1572836"/>
                  <a:pt x="255164" y="1572666"/>
                </a:cubicBezTo>
                <a:cubicBezTo>
                  <a:pt x="267484" y="1572496"/>
                  <a:pt x="279433" y="1576883"/>
                  <a:pt x="288716" y="1584986"/>
                </a:cubicBezTo>
                <a:moveTo>
                  <a:pt x="254447" y="1672587"/>
                </a:moveTo>
                <a:cubicBezTo>
                  <a:pt x="261006" y="1672772"/>
                  <a:pt x="267538" y="1671662"/>
                  <a:pt x="273669" y="1669322"/>
                </a:cubicBezTo>
                <a:cubicBezTo>
                  <a:pt x="279800" y="1666982"/>
                  <a:pt x="285410" y="1663457"/>
                  <a:pt x="290179" y="1658949"/>
                </a:cubicBezTo>
                <a:cubicBezTo>
                  <a:pt x="294948" y="1654440"/>
                  <a:pt x="298782" y="1649037"/>
                  <a:pt x="301463" y="1643047"/>
                </a:cubicBezTo>
                <a:cubicBezTo>
                  <a:pt x="304144" y="1637057"/>
                  <a:pt x="305618" y="1630598"/>
                  <a:pt x="305802" y="1624038"/>
                </a:cubicBezTo>
                <a:moveTo>
                  <a:pt x="969107" y="1697805"/>
                </a:moveTo>
                <a:cubicBezTo>
                  <a:pt x="959824" y="1705907"/>
                  <a:pt x="947875" y="1710295"/>
                  <a:pt x="935555" y="1710125"/>
                </a:cubicBezTo>
                <a:cubicBezTo>
                  <a:pt x="923234" y="1709954"/>
                  <a:pt x="911411" y="1705238"/>
                  <a:pt x="902356" y="1696882"/>
                </a:cubicBezTo>
                <a:cubicBezTo>
                  <a:pt x="893301" y="1688526"/>
                  <a:pt x="887652" y="1677118"/>
                  <a:pt x="886494" y="1664851"/>
                </a:cubicBezTo>
                <a:cubicBezTo>
                  <a:pt x="885337" y="1652584"/>
                  <a:pt x="888752" y="1640322"/>
                  <a:pt x="896085" y="1630420"/>
                </a:cubicBezTo>
                <a:moveTo>
                  <a:pt x="986193" y="1658753"/>
                </a:moveTo>
                <a:cubicBezTo>
                  <a:pt x="986009" y="1652192"/>
                  <a:pt x="984535" y="1645734"/>
                  <a:pt x="981854" y="1639743"/>
                </a:cubicBezTo>
                <a:cubicBezTo>
                  <a:pt x="979173" y="1633753"/>
                  <a:pt x="975339" y="1628350"/>
                  <a:pt x="970570" y="1623842"/>
                </a:cubicBezTo>
                <a:cubicBezTo>
                  <a:pt x="965801" y="1619334"/>
                  <a:pt x="960191" y="1615809"/>
                  <a:pt x="954060" y="1613468"/>
                </a:cubicBezTo>
                <a:cubicBezTo>
                  <a:pt x="947929" y="1611128"/>
                  <a:pt x="941397" y="1610019"/>
                  <a:pt x="934838" y="1610203"/>
                </a:cubicBezTo>
                <a:moveTo>
                  <a:pt x="638106" y="1617939"/>
                </a:moveTo>
                <a:lnTo>
                  <a:pt x="638106" y="1572199"/>
                </a:lnTo>
                <a:lnTo>
                  <a:pt x="380557" y="1572199"/>
                </a:lnTo>
                <a:lnTo>
                  <a:pt x="380557" y="1617939"/>
                </a:lnTo>
                <a:moveTo>
                  <a:pt x="380557" y="1617939"/>
                </a:moveTo>
                <a:lnTo>
                  <a:pt x="638106" y="1617939"/>
                </a:lnTo>
                <a:moveTo>
                  <a:pt x="638106" y="1617939"/>
                </a:moveTo>
                <a:lnTo>
                  <a:pt x="638106" y="1660417"/>
                </a:lnTo>
                <a:moveTo>
                  <a:pt x="380557" y="1617939"/>
                </a:moveTo>
                <a:lnTo>
                  <a:pt x="380557" y="1660417"/>
                </a:lnTo>
                <a:moveTo>
                  <a:pt x="380557" y="1660417"/>
                </a:moveTo>
                <a:lnTo>
                  <a:pt x="380557" y="1702896"/>
                </a:lnTo>
                <a:lnTo>
                  <a:pt x="638106" y="1702896"/>
                </a:lnTo>
                <a:lnTo>
                  <a:pt x="638106" y="1660417"/>
                </a:lnTo>
                <a:moveTo>
                  <a:pt x="638106" y="1660417"/>
                </a:moveTo>
                <a:lnTo>
                  <a:pt x="380557" y="1660417"/>
                </a:lnTo>
                <a:moveTo>
                  <a:pt x="1420364" y="1059026"/>
                </a:moveTo>
                <a:lnTo>
                  <a:pt x="1441506" y="1010976"/>
                </a:lnTo>
                <a:lnTo>
                  <a:pt x="1529919" y="1045572"/>
                </a:lnTo>
                <a:lnTo>
                  <a:pt x="1513091" y="1094368"/>
                </a:lnTo>
                <a:moveTo>
                  <a:pt x="1513091" y="1094368"/>
                </a:moveTo>
                <a:lnTo>
                  <a:pt x="1420364" y="1059026"/>
                </a:lnTo>
                <a:moveTo>
                  <a:pt x="1513091" y="1094368"/>
                </a:moveTo>
                <a:lnTo>
                  <a:pt x="1496264" y="1143164"/>
                </a:lnTo>
                <a:cubicBezTo>
                  <a:pt x="1494578" y="1141627"/>
                  <a:pt x="1492853" y="1140131"/>
                  <a:pt x="1491092" y="1138677"/>
                </a:cubicBezTo>
                <a:moveTo>
                  <a:pt x="488190" y="1076325"/>
                </a:moveTo>
                <a:lnTo>
                  <a:pt x="557382" y="1076325"/>
                </a:lnTo>
                <a:lnTo>
                  <a:pt x="557382" y="1049416"/>
                </a:lnTo>
                <a:lnTo>
                  <a:pt x="488190" y="1049416"/>
                </a:lnTo>
                <a:close/>
                <a:moveTo>
                  <a:pt x="153760" y="1660615"/>
                </a:moveTo>
                <a:cubicBezTo>
                  <a:pt x="153760" y="1703075"/>
                  <a:pt x="119339" y="1737496"/>
                  <a:pt x="76880" y="1737496"/>
                </a:cubicBezTo>
                <a:cubicBezTo>
                  <a:pt x="34420" y="1737496"/>
                  <a:pt x="0" y="1703075"/>
                  <a:pt x="0" y="1660615"/>
                </a:cubicBezTo>
                <a:cubicBezTo>
                  <a:pt x="0" y="1618156"/>
                  <a:pt x="34420" y="1583735"/>
                  <a:pt x="76880" y="1583735"/>
                </a:cubicBezTo>
                <a:cubicBezTo>
                  <a:pt x="119339" y="1583735"/>
                  <a:pt x="153760" y="1618156"/>
                  <a:pt x="153760" y="1660615"/>
                </a:cubicBezTo>
                <a:close/>
                <a:moveTo>
                  <a:pt x="834151" y="1622175"/>
                </a:moveTo>
                <a:cubicBezTo>
                  <a:pt x="834151" y="1579716"/>
                  <a:pt x="799731" y="1545295"/>
                  <a:pt x="757271" y="1545295"/>
                </a:cubicBezTo>
                <a:cubicBezTo>
                  <a:pt x="714812" y="1545295"/>
                  <a:pt x="680391" y="1579716"/>
                  <a:pt x="680391" y="1622175"/>
                </a:cubicBezTo>
                <a:cubicBezTo>
                  <a:pt x="680391" y="1664635"/>
                  <a:pt x="714812" y="1699056"/>
                  <a:pt x="757271" y="1699056"/>
                </a:cubicBezTo>
                <a:cubicBezTo>
                  <a:pt x="799731" y="1699056"/>
                  <a:pt x="834151" y="1664635"/>
                  <a:pt x="834151" y="1622175"/>
                </a:cubicBezTo>
                <a:close/>
                <a:moveTo>
                  <a:pt x="277447" y="1696440"/>
                </a:moveTo>
                <a:cubicBezTo>
                  <a:pt x="236434" y="1707429"/>
                  <a:pt x="194278" y="1683091"/>
                  <a:pt x="183288" y="1642077"/>
                </a:cubicBezTo>
                <a:cubicBezTo>
                  <a:pt x="172298" y="1601065"/>
                  <a:pt x="196637" y="1558908"/>
                  <a:pt x="237651" y="1547919"/>
                </a:cubicBezTo>
                <a:cubicBezTo>
                  <a:pt x="278664" y="1536929"/>
                  <a:pt x="320820" y="1561268"/>
                  <a:pt x="331810" y="1602281"/>
                </a:cubicBezTo>
                <a:cubicBezTo>
                  <a:pt x="342799" y="1643294"/>
                  <a:pt x="318459" y="1685451"/>
                  <a:pt x="277447" y="1696440"/>
                </a:cubicBezTo>
                <a:close/>
                <a:moveTo>
                  <a:pt x="957838" y="1586350"/>
                </a:moveTo>
                <a:cubicBezTo>
                  <a:pt x="916825" y="1575361"/>
                  <a:pt x="874669" y="1599700"/>
                  <a:pt x="863679" y="1640713"/>
                </a:cubicBezTo>
                <a:cubicBezTo>
                  <a:pt x="852690" y="1681726"/>
                  <a:pt x="877028" y="1723883"/>
                  <a:pt x="918042" y="1734872"/>
                </a:cubicBezTo>
                <a:cubicBezTo>
                  <a:pt x="959055" y="1745861"/>
                  <a:pt x="1001211" y="1721522"/>
                  <a:pt x="1012201" y="1680510"/>
                </a:cubicBezTo>
                <a:cubicBezTo>
                  <a:pt x="1023190" y="1639496"/>
                  <a:pt x="998851" y="1597340"/>
                  <a:pt x="957838" y="1586350"/>
                </a:cubicBezTo>
                <a:close/>
              </a:path>
            </a:pathLst>
          </a:custGeom>
          <a:noFill/>
          <a:ln w="576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4140" y="2766365"/>
            <a:ext cx="1564515" cy="1230085"/>
          </a:xfrm>
          <a:custGeom>
            <a:avLst/>
            <a:gdLst/>
            <a:ahLst/>
            <a:cxnLst/>
            <a:rect l="0" t="0" r="0" b="0"/>
            <a:pathLst>
              <a:path w="1564515" h="1230085">
                <a:moveTo>
                  <a:pt x="1422286" y="0"/>
                </a:moveTo>
                <a:lnTo>
                  <a:pt x="1264681" y="65348"/>
                </a:lnTo>
                <a:lnTo>
                  <a:pt x="1176269" y="196044"/>
                </a:lnTo>
                <a:moveTo>
                  <a:pt x="684235" y="941790"/>
                </a:moveTo>
                <a:lnTo>
                  <a:pt x="775017" y="804713"/>
                </a:lnTo>
                <a:moveTo>
                  <a:pt x="684235" y="941790"/>
                </a:moveTo>
                <a:lnTo>
                  <a:pt x="964201" y="922564"/>
                </a:lnTo>
                <a:moveTo>
                  <a:pt x="684235" y="941790"/>
                </a:moveTo>
                <a:lnTo>
                  <a:pt x="728308" y="1085503"/>
                </a:lnTo>
                <a:moveTo>
                  <a:pt x="1436246" y="164740"/>
                </a:moveTo>
                <a:lnTo>
                  <a:pt x="1483790" y="88412"/>
                </a:lnTo>
                <a:moveTo>
                  <a:pt x="1564515" y="38440"/>
                </a:moveTo>
                <a:cubicBezTo>
                  <a:pt x="1558108" y="151198"/>
                  <a:pt x="1531456" y="430530"/>
                  <a:pt x="1476102" y="645795"/>
                </a:cubicBezTo>
                <a:cubicBezTo>
                  <a:pt x="1420749" y="861060"/>
                  <a:pt x="1386408" y="950754"/>
                  <a:pt x="1376158" y="968692"/>
                </a:cubicBezTo>
                <a:moveTo>
                  <a:pt x="80724" y="511254"/>
                </a:moveTo>
                <a:lnTo>
                  <a:pt x="1303122" y="48915"/>
                </a:lnTo>
                <a:lnTo>
                  <a:pt x="1337718" y="322897"/>
                </a:lnTo>
                <a:moveTo>
                  <a:pt x="11527" y="638228"/>
                </a:moveTo>
                <a:lnTo>
                  <a:pt x="8546" y="722675"/>
                </a:lnTo>
                <a:moveTo>
                  <a:pt x="82781" y="623797"/>
                </a:moveTo>
                <a:lnTo>
                  <a:pt x="150945" y="786632"/>
                </a:lnTo>
                <a:moveTo>
                  <a:pt x="217389" y="949588"/>
                </a:moveTo>
                <a:lnTo>
                  <a:pt x="219109" y="949467"/>
                </a:lnTo>
                <a:lnTo>
                  <a:pt x="150945" y="786632"/>
                </a:lnTo>
                <a:moveTo>
                  <a:pt x="8546" y="722675"/>
                </a:moveTo>
                <a:lnTo>
                  <a:pt x="0" y="964843"/>
                </a:lnTo>
                <a:lnTo>
                  <a:pt x="150945" y="786632"/>
                </a:lnTo>
                <a:moveTo>
                  <a:pt x="150945" y="786632"/>
                </a:moveTo>
                <a:lnTo>
                  <a:pt x="8546" y="722675"/>
                </a:lnTo>
                <a:moveTo>
                  <a:pt x="859094" y="1085503"/>
                </a:moveTo>
                <a:lnTo>
                  <a:pt x="772647" y="1230085"/>
                </a:lnTo>
                <a:lnTo>
                  <a:pt x="728308" y="1085503"/>
                </a:lnTo>
                <a:moveTo>
                  <a:pt x="859094" y="1085503"/>
                </a:moveTo>
                <a:lnTo>
                  <a:pt x="775017" y="804713"/>
                </a:lnTo>
                <a:moveTo>
                  <a:pt x="859094" y="1085503"/>
                </a:moveTo>
                <a:lnTo>
                  <a:pt x="964201" y="922564"/>
                </a:lnTo>
                <a:moveTo>
                  <a:pt x="728308" y="1085503"/>
                </a:moveTo>
                <a:lnTo>
                  <a:pt x="859094" y="1085503"/>
                </a:lnTo>
                <a:moveTo>
                  <a:pt x="775017" y="804713"/>
                </a:moveTo>
                <a:lnTo>
                  <a:pt x="1057104" y="772647"/>
                </a:lnTo>
                <a:moveTo>
                  <a:pt x="775017" y="804713"/>
                </a:moveTo>
                <a:lnTo>
                  <a:pt x="876702" y="651175"/>
                </a:lnTo>
                <a:moveTo>
                  <a:pt x="1057104" y="772647"/>
                </a:moveTo>
                <a:lnTo>
                  <a:pt x="978386" y="497638"/>
                </a:lnTo>
                <a:moveTo>
                  <a:pt x="1057104" y="772647"/>
                </a:moveTo>
                <a:lnTo>
                  <a:pt x="964201" y="922564"/>
                </a:lnTo>
                <a:moveTo>
                  <a:pt x="1057104" y="772647"/>
                </a:moveTo>
                <a:lnTo>
                  <a:pt x="1153205" y="619136"/>
                </a:lnTo>
                <a:moveTo>
                  <a:pt x="1244277" y="472929"/>
                </a:moveTo>
                <a:lnTo>
                  <a:pt x="978386" y="497638"/>
                </a:lnTo>
                <a:moveTo>
                  <a:pt x="978386" y="497638"/>
                </a:moveTo>
                <a:lnTo>
                  <a:pt x="876702" y="651175"/>
                </a:lnTo>
                <a:moveTo>
                  <a:pt x="1080880" y="342879"/>
                </a:moveTo>
                <a:lnTo>
                  <a:pt x="978386" y="497638"/>
                </a:lnTo>
                <a:moveTo>
                  <a:pt x="1244277" y="472929"/>
                </a:moveTo>
                <a:lnTo>
                  <a:pt x="1176269" y="196044"/>
                </a:lnTo>
                <a:moveTo>
                  <a:pt x="1244277" y="472929"/>
                </a:moveTo>
                <a:lnTo>
                  <a:pt x="1153205" y="619136"/>
                </a:lnTo>
                <a:moveTo>
                  <a:pt x="1337718" y="322897"/>
                </a:moveTo>
                <a:lnTo>
                  <a:pt x="1244277" y="472929"/>
                </a:lnTo>
                <a:moveTo>
                  <a:pt x="1176269" y="196044"/>
                </a:moveTo>
                <a:lnTo>
                  <a:pt x="1436246" y="164740"/>
                </a:lnTo>
                <a:moveTo>
                  <a:pt x="1176269" y="196044"/>
                </a:moveTo>
                <a:lnTo>
                  <a:pt x="1080880" y="342879"/>
                </a:lnTo>
                <a:moveTo>
                  <a:pt x="1436246" y="164740"/>
                </a:moveTo>
                <a:lnTo>
                  <a:pt x="1337718" y="322897"/>
                </a:lnTo>
                <a:moveTo>
                  <a:pt x="964201" y="922564"/>
                </a:moveTo>
                <a:lnTo>
                  <a:pt x="876702" y="651175"/>
                </a:lnTo>
                <a:moveTo>
                  <a:pt x="876702" y="651175"/>
                </a:moveTo>
                <a:lnTo>
                  <a:pt x="1153205" y="619136"/>
                </a:lnTo>
                <a:moveTo>
                  <a:pt x="1153205" y="619136"/>
                </a:moveTo>
                <a:lnTo>
                  <a:pt x="1080880" y="342879"/>
                </a:lnTo>
                <a:moveTo>
                  <a:pt x="1337718" y="322897"/>
                </a:moveTo>
                <a:lnTo>
                  <a:pt x="1080880" y="342879"/>
                </a:lnTo>
                <a:moveTo>
                  <a:pt x="1207021" y="1049416"/>
                </a:moveTo>
                <a:cubicBezTo>
                  <a:pt x="1187801" y="1037884"/>
                  <a:pt x="1164737" y="1022508"/>
                  <a:pt x="1145517" y="1003288"/>
                </a:cubicBezTo>
                <a:moveTo>
                  <a:pt x="1145517" y="1080169"/>
                </a:moveTo>
                <a:cubicBezTo>
                  <a:pt x="1129653" y="1069405"/>
                  <a:pt x="1095545" y="1045572"/>
                  <a:pt x="1068637" y="1018664"/>
                </a:cubicBezTo>
                <a:moveTo>
                  <a:pt x="1121137" y="1220458"/>
                </a:moveTo>
                <a:cubicBezTo>
                  <a:pt x="1097753" y="1207710"/>
                  <a:pt x="1042479" y="1173727"/>
                  <a:pt x="1008448" y="1139769"/>
                </a:cubicBezTo>
                <a:moveTo>
                  <a:pt x="986178" y="1029428"/>
                </a:moveTo>
                <a:cubicBezTo>
                  <a:pt x="977245" y="1020829"/>
                  <a:pt x="968756" y="1012073"/>
                  <a:pt x="961004" y="1003288"/>
                </a:cubicBezTo>
                <a:moveTo>
                  <a:pt x="1122453" y="1133985"/>
                </a:moveTo>
                <a:cubicBezTo>
                  <a:pt x="1098544" y="1119395"/>
                  <a:pt x="1051142" y="1087152"/>
                  <a:pt x="1008093" y="1049498"/>
                </a:cubicBezTo>
                <a:moveTo>
                  <a:pt x="1124562" y="983299"/>
                </a:moveTo>
                <a:cubicBezTo>
                  <a:pt x="1115630" y="974701"/>
                  <a:pt x="1107141" y="965945"/>
                  <a:pt x="1099389" y="957160"/>
                </a:cubicBezTo>
              </a:path>
            </a:pathLst>
          </a:custGeom>
          <a:noFill/>
          <a:ln w="5764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3926205" y="1947745"/>
            <a:ext cx="1291590" cy="845648"/>
            <a:chOff x="3926205" y="1942983"/>
            <a:chExt cx="1291590" cy="845648"/>
          </a:xfrm>
        </p:grpSpPr>
        <p:sp>
          <p:nvSpPr>
            <p:cNvPr id="6" name="Rounded Rectangle 5"/>
            <p:cNvSpPr/>
            <p:nvPr/>
          </p:nvSpPr>
          <p:spPr>
            <a:xfrm>
              <a:off x="3926205" y="2219751"/>
              <a:ext cx="1291590" cy="568880"/>
            </a:xfrm>
            <a:custGeom>
              <a:avLst/>
              <a:gdLst/>
              <a:ahLst/>
              <a:cxnLst/>
              <a:rect l="0" t="0" r="0" b="0"/>
              <a:pathLst>
                <a:path w="1291590" h="568880">
                  <a:moveTo>
                    <a:pt x="1192234" y="476621"/>
                  </a:moveTo>
                  <a:lnTo>
                    <a:pt x="1192234" y="0"/>
                  </a:lnTo>
                  <a:lnTo>
                    <a:pt x="99355" y="0"/>
                  </a:lnTo>
                  <a:lnTo>
                    <a:pt x="99355" y="476621"/>
                  </a:lnTo>
                  <a:lnTo>
                    <a:pt x="0" y="476621"/>
                  </a:lnTo>
                  <a:lnTo>
                    <a:pt x="0" y="568880"/>
                  </a:lnTo>
                  <a:lnTo>
                    <a:pt x="1291590" y="568880"/>
                  </a:lnTo>
                  <a:lnTo>
                    <a:pt x="1291590" y="476621"/>
                  </a:lnTo>
                  <a:lnTo>
                    <a:pt x="1192234" y="476621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26205" y="1942983"/>
              <a:ext cx="1291590" cy="276767"/>
            </a:xfrm>
            <a:custGeom>
              <a:avLst/>
              <a:gdLst/>
              <a:ahLst/>
              <a:cxnLst/>
              <a:rect l="0" t="0" r="0" b="0"/>
              <a:pathLst>
                <a:path w="1291590" h="276767">
                  <a:moveTo>
                    <a:pt x="0" y="276767"/>
                  </a:moveTo>
                  <a:lnTo>
                    <a:pt x="0" y="184508"/>
                  </a:lnTo>
                  <a:lnTo>
                    <a:pt x="46129" y="184508"/>
                  </a:lnTo>
                  <a:cubicBezTo>
                    <a:pt x="9229" y="184508"/>
                    <a:pt x="0" y="123005"/>
                    <a:pt x="0" y="92259"/>
                  </a:cubicBezTo>
                  <a:lnTo>
                    <a:pt x="92259" y="92259"/>
                  </a:lnTo>
                  <a:cubicBezTo>
                    <a:pt x="101222" y="108918"/>
                    <a:pt x="140693" y="142227"/>
                    <a:pt x="226799" y="142227"/>
                  </a:cubicBezTo>
                  <a:cubicBezTo>
                    <a:pt x="312905" y="142227"/>
                    <a:pt x="357492" y="108918"/>
                    <a:pt x="369027" y="92259"/>
                  </a:cubicBezTo>
                  <a:lnTo>
                    <a:pt x="563498" y="92259"/>
                  </a:lnTo>
                  <a:cubicBezTo>
                    <a:pt x="555421" y="59569"/>
                    <a:pt x="553021" y="24784"/>
                    <a:pt x="553535" y="0"/>
                  </a:cubicBezTo>
                  <a:lnTo>
                    <a:pt x="738054" y="0"/>
                  </a:lnTo>
                  <a:cubicBezTo>
                    <a:pt x="737530" y="24784"/>
                    <a:pt x="734434" y="59569"/>
                    <a:pt x="726090" y="92259"/>
                  </a:cubicBezTo>
                  <a:lnTo>
                    <a:pt x="922562" y="92259"/>
                  </a:lnTo>
                  <a:cubicBezTo>
                    <a:pt x="931535" y="108918"/>
                    <a:pt x="970997" y="142227"/>
                    <a:pt x="1057103" y="142227"/>
                  </a:cubicBezTo>
                  <a:cubicBezTo>
                    <a:pt x="1143209" y="142227"/>
                    <a:pt x="1187805" y="108918"/>
                    <a:pt x="1199330" y="92259"/>
                  </a:cubicBezTo>
                  <a:lnTo>
                    <a:pt x="1291590" y="92259"/>
                  </a:lnTo>
                  <a:cubicBezTo>
                    <a:pt x="1291590" y="123005"/>
                    <a:pt x="1282360" y="184508"/>
                    <a:pt x="1245460" y="184508"/>
                  </a:cubicBezTo>
                  <a:lnTo>
                    <a:pt x="1291590" y="184508"/>
                  </a:lnTo>
                  <a:lnTo>
                    <a:pt x="1291590" y="276767"/>
                  </a:lnTo>
                  <a:lnTo>
                    <a:pt x="0" y="276767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926204" y="1947745"/>
            <a:ext cx="1291590" cy="845645"/>
            <a:chOff x="3926204" y="1942983"/>
            <a:chExt cx="1291590" cy="845645"/>
          </a:xfrm>
        </p:grpSpPr>
        <p:sp>
          <p:nvSpPr>
            <p:cNvPr id="9" name="Rounded Rectangle 8"/>
            <p:cNvSpPr/>
            <p:nvPr/>
          </p:nvSpPr>
          <p:spPr>
            <a:xfrm>
              <a:off x="4072277" y="2606113"/>
              <a:ext cx="1001150" cy="128722"/>
            </a:xfrm>
            <a:custGeom>
              <a:avLst/>
              <a:gdLst/>
              <a:ahLst/>
              <a:cxnLst/>
              <a:rect l="0" t="0" r="0" b="0"/>
              <a:pathLst>
                <a:path w="1001150" h="128722">
                  <a:moveTo>
                    <a:pt x="0" y="128722"/>
                  </a:moveTo>
                  <a:lnTo>
                    <a:pt x="0" y="90282"/>
                  </a:lnTo>
                  <a:lnTo>
                    <a:pt x="995600" y="90282"/>
                  </a:lnTo>
                  <a:lnTo>
                    <a:pt x="995600" y="128722"/>
                  </a:lnTo>
                  <a:lnTo>
                    <a:pt x="0" y="128722"/>
                  </a:lnTo>
                  <a:close/>
                  <a:moveTo>
                    <a:pt x="29671" y="22710"/>
                  </a:moveTo>
                  <a:cubicBezTo>
                    <a:pt x="11139" y="41487"/>
                    <a:pt x="37085" y="79022"/>
                    <a:pt x="40791" y="90282"/>
                  </a:cubicBezTo>
                  <a:lnTo>
                    <a:pt x="63031" y="90282"/>
                  </a:lnTo>
                  <a:cubicBezTo>
                    <a:pt x="63031" y="90282"/>
                    <a:pt x="61683" y="71512"/>
                    <a:pt x="66738" y="60250"/>
                  </a:cubicBezTo>
                  <a:cubicBezTo>
                    <a:pt x="85271" y="18956"/>
                    <a:pt x="74151" y="18956"/>
                    <a:pt x="66738" y="30218"/>
                  </a:cubicBezTo>
                  <a:cubicBezTo>
                    <a:pt x="60807" y="39228"/>
                    <a:pt x="55618" y="48995"/>
                    <a:pt x="51911" y="48988"/>
                  </a:cubicBezTo>
                  <a:cubicBezTo>
                    <a:pt x="48205" y="48979"/>
                    <a:pt x="39106" y="13151"/>
                    <a:pt x="29671" y="22710"/>
                  </a:cubicBezTo>
                  <a:close/>
                  <a:moveTo>
                    <a:pt x="152680" y="22710"/>
                  </a:moveTo>
                  <a:cubicBezTo>
                    <a:pt x="134147" y="41487"/>
                    <a:pt x="160094" y="79022"/>
                    <a:pt x="163800" y="90282"/>
                  </a:cubicBezTo>
                  <a:lnTo>
                    <a:pt x="186040" y="90282"/>
                  </a:lnTo>
                  <a:cubicBezTo>
                    <a:pt x="186040" y="90282"/>
                    <a:pt x="184692" y="71512"/>
                    <a:pt x="189746" y="60250"/>
                  </a:cubicBezTo>
                  <a:cubicBezTo>
                    <a:pt x="208279" y="18956"/>
                    <a:pt x="197159" y="5986"/>
                    <a:pt x="189746" y="17248"/>
                  </a:cubicBezTo>
                  <a:cubicBezTo>
                    <a:pt x="183816" y="26257"/>
                    <a:pt x="178626" y="48995"/>
                    <a:pt x="174920" y="48988"/>
                  </a:cubicBezTo>
                  <a:cubicBezTo>
                    <a:pt x="171214" y="48979"/>
                    <a:pt x="162115" y="13151"/>
                    <a:pt x="152680" y="22710"/>
                  </a:cubicBezTo>
                  <a:close/>
                  <a:moveTo>
                    <a:pt x="118288" y="37726"/>
                  </a:moveTo>
                  <a:cubicBezTo>
                    <a:pt x="131526" y="52330"/>
                    <a:pt x="112993" y="81524"/>
                    <a:pt x="110345" y="90282"/>
                  </a:cubicBezTo>
                  <a:lnTo>
                    <a:pt x="94460" y="90282"/>
                  </a:lnTo>
                  <a:cubicBezTo>
                    <a:pt x="94460" y="90282"/>
                    <a:pt x="95423" y="75683"/>
                    <a:pt x="91812" y="66924"/>
                  </a:cubicBezTo>
                  <a:cubicBezTo>
                    <a:pt x="78574" y="34806"/>
                    <a:pt x="86518" y="34806"/>
                    <a:pt x="91812" y="43565"/>
                  </a:cubicBezTo>
                  <a:cubicBezTo>
                    <a:pt x="96048" y="50573"/>
                    <a:pt x="99755" y="58169"/>
                    <a:pt x="102403" y="58164"/>
                  </a:cubicBezTo>
                  <a:cubicBezTo>
                    <a:pt x="105050" y="58158"/>
                    <a:pt x="111549" y="30291"/>
                    <a:pt x="118288" y="37726"/>
                  </a:cubicBezTo>
                  <a:close/>
                  <a:moveTo>
                    <a:pt x="242173" y="48988"/>
                  </a:moveTo>
                  <a:cubicBezTo>
                    <a:pt x="255411" y="63593"/>
                    <a:pt x="236001" y="81524"/>
                    <a:pt x="233354" y="90282"/>
                  </a:cubicBezTo>
                  <a:lnTo>
                    <a:pt x="217469" y="90282"/>
                  </a:lnTo>
                  <a:cubicBezTo>
                    <a:pt x="217469" y="90282"/>
                    <a:pt x="218431" y="75683"/>
                    <a:pt x="214821" y="66924"/>
                  </a:cubicBezTo>
                  <a:cubicBezTo>
                    <a:pt x="201583" y="34806"/>
                    <a:pt x="212173" y="34806"/>
                    <a:pt x="217469" y="43565"/>
                  </a:cubicBezTo>
                  <a:cubicBezTo>
                    <a:pt x="221705" y="50573"/>
                    <a:pt x="222763" y="58169"/>
                    <a:pt x="225411" y="58164"/>
                  </a:cubicBezTo>
                  <a:cubicBezTo>
                    <a:pt x="228059" y="58158"/>
                    <a:pt x="235433" y="41553"/>
                    <a:pt x="242173" y="48988"/>
                  </a:cubicBezTo>
                  <a:close/>
                  <a:moveTo>
                    <a:pt x="269081" y="9559"/>
                  </a:moveTo>
                  <a:cubicBezTo>
                    <a:pt x="250548" y="28336"/>
                    <a:pt x="275414" y="79022"/>
                    <a:pt x="279121" y="90282"/>
                  </a:cubicBezTo>
                  <a:lnTo>
                    <a:pt x="301361" y="90282"/>
                  </a:lnTo>
                  <a:cubicBezTo>
                    <a:pt x="301361" y="90282"/>
                    <a:pt x="300012" y="71512"/>
                    <a:pt x="305067" y="60250"/>
                  </a:cubicBezTo>
                  <a:cubicBezTo>
                    <a:pt x="323600" y="18956"/>
                    <a:pt x="312480" y="18956"/>
                    <a:pt x="305067" y="30218"/>
                  </a:cubicBezTo>
                  <a:cubicBezTo>
                    <a:pt x="299136" y="39228"/>
                    <a:pt x="293947" y="48995"/>
                    <a:pt x="290241" y="48988"/>
                  </a:cubicBezTo>
                  <a:cubicBezTo>
                    <a:pt x="286534" y="48979"/>
                    <a:pt x="278516" y="0"/>
                    <a:pt x="269081" y="9559"/>
                  </a:cubicBezTo>
                  <a:close/>
                  <a:moveTo>
                    <a:pt x="369025" y="43565"/>
                  </a:moveTo>
                  <a:cubicBezTo>
                    <a:pt x="382263" y="58169"/>
                    <a:pt x="359010" y="81524"/>
                    <a:pt x="356362" y="90282"/>
                  </a:cubicBezTo>
                  <a:lnTo>
                    <a:pt x="340477" y="90282"/>
                  </a:lnTo>
                  <a:cubicBezTo>
                    <a:pt x="340477" y="90282"/>
                    <a:pt x="341440" y="75683"/>
                    <a:pt x="337829" y="66924"/>
                  </a:cubicBezTo>
                  <a:cubicBezTo>
                    <a:pt x="324591" y="34806"/>
                    <a:pt x="332535" y="34806"/>
                    <a:pt x="337829" y="43565"/>
                  </a:cubicBezTo>
                  <a:cubicBezTo>
                    <a:pt x="342066" y="50573"/>
                    <a:pt x="345772" y="58169"/>
                    <a:pt x="348420" y="58164"/>
                  </a:cubicBezTo>
                  <a:cubicBezTo>
                    <a:pt x="351068" y="58158"/>
                    <a:pt x="362286" y="36131"/>
                    <a:pt x="369025" y="43565"/>
                  </a:cubicBezTo>
                  <a:close/>
                  <a:moveTo>
                    <a:pt x="395933" y="37726"/>
                  </a:moveTo>
                  <a:cubicBezTo>
                    <a:pt x="377401" y="56503"/>
                    <a:pt x="406111" y="79022"/>
                    <a:pt x="409817" y="90282"/>
                  </a:cubicBezTo>
                  <a:lnTo>
                    <a:pt x="432057" y="90282"/>
                  </a:lnTo>
                  <a:cubicBezTo>
                    <a:pt x="432057" y="90282"/>
                    <a:pt x="430709" y="71512"/>
                    <a:pt x="435764" y="60250"/>
                  </a:cubicBezTo>
                  <a:cubicBezTo>
                    <a:pt x="454296" y="18956"/>
                    <a:pt x="443176" y="5986"/>
                    <a:pt x="435764" y="17248"/>
                  </a:cubicBezTo>
                  <a:cubicBezTo>
                    <a:pt x="429833" y="26257"/>
                    <a:pt x="424644" y="48995"/>
                    <a:pt x="420937" y="48988"/>
                  </a:cubicBezTo>
                  <a:cubicBezTo>
                    <a:pt x="417231" y="48979"/>
                    <a:pt x="405368" y="28167"/>
                    <a:pt x="395933" y="37726"/>
                  </a:cubicBezTo>
                  <a:close/>
                  <a:moveTo>
                    <a:pt x="492034" y="24933"/>
                  </a:moveTo>
                  <a:cubicBezTo>
                    <a:pt x="505272" y="39537"/>
                    <a:pt x="482019" y="81524"/>
                    <a:pt x="479371" y="90282"/>
                  </a:cubicBezTo>
                  <a:lnTo>
                    <a:pt x="463486" y="90282"/>
                  </a:lnTo>
                  <a:cubicBezTo>
                    <a:pt x="463486" y="90282"/>
                    <a:pt x="464448" y="75683"/>
                    <a:pt x="460838" y="66924"/>
                  </a:cubicBezTo>
                  <a:cubicBezTo>
                    <a:pt x="447600" y="34806"/>
                    <a:pt x="455543" y="21458"/>
                    <a:pt x="460838" y="30218"/>
                  </a:cubicBezTo>
                  <a:cubicBezTo>
                    <a:pt x="465074" y="37226"/>
                    <a:pt x="468781" y="58169"/>
                    <a:pt x="471428" y="58164"/>
                  </a:cubicBezTo>
                  <a:cubicBezTo>
                    <a:pt x="474076" y="58158"/>
                    <a:pt x="485294" y="17497"/>
                    <a:pt x="492034" y="24933"/>
                  </a:cubicBezTo>
                  <a:close/>
                  <a:moveTo>
                    <a:pt x="553538" y="43573"/>
                  </a:moveTo>
                  <a:cubicBezTo>
                    <a:pt x="566776" y="58177"/>
                    <a:pt x="543523" y="81531"/>
                    <a:pt x="540875" y="90289"/>
                  </a:cubicBezTo>
                  <a:lnTo>
                    <a:pt x="524990" y="90289"/>
                  </a:lnTo>
                  <a:cubicBezTo>
                    <a:pt x="524990" y="90289"/>
                    <a:pt x="525953" y="75690"/>
                    <a:pt x="522342" y="66931"/>
                  </a:cubicBezTo>
                  <a:cubicBezTo>
                    <a:pt x="509104" y="34813"/>
                    <a:pt x="517048" y="34813"/>
                    <a:pt x="522342" y="43573"/>
                  </a:cubicBezTo>
                  <a:cubicBezTo>
                    <a:pt x="526578" y="50580"/>
                    <a:pt x="530285" y="58176"/>
                    <a:pt x="532933" y="58172"/>
                  </a:cubicBezTo>
                  <a:cubicBezTo>
                    <a:pt x="535580" y="58165"/>
                    <a:pt x="546799" y="36138"/>
                    <a:pt x="553538" y="43573"/>
                  </a:cubicBezTo>
                  <a:close/>
                  <a:moveTo>
                    <a:pt x="626574" y="24933"/>
                  </a:moveTo>
                  <a:cubicBezTo>
                    <a:pt x="639812" y="39537"/>
                    <a:pt x="605027" y="81531"/>
                    <a:pt x="602379" y="90289"/>
                  </a:cubicBezTo>
                  <a:lnTo>
                    <a:pt x="586494" y="90289"/>
                  </a:lnTo>
                  <a:cubicBezTo>
                    <a:pt x="586494" y="90289"/>
                    <a:pt x="584057" y="72129"/>
                    <a:pt x="580446" y="63370"/>
                  </a:cubicBezTo>
                  <a:cubicBezTo>
                    <a:pt x="567208" y="31252"/>
                    <a:pt x="578552" y="21458"/>
                    <a:pt x="583847" y="30218"/>
                  </a:cubicBezTo>
                  <a:cubicBezTo>
                    <a:pt x="588083" y="37226"/>
                    <a:pt x="591789" y="58176"/>
                    <a:pt x="594437" y="58172"/>
                  </a:cubicBezTo>
                  <a:cubicBezTo>
                    <a:pt x="597085" y="58165"/>
                    <a:pt x="619835" y="17497"/>
                    <a:pt x="626574" y="24933"/>
                  </a:cubicBezTo>
                  <a:close/>
                  <a:moveTo>
                    <a:pt x="638106" y="9559"/>
                  </a:moveTo>
                  <a:cubicBezTo>
                    <a:pt x="619574" y="28336"/>
                    <a:pt x="644440" y="79022"/>
                    <a:pt x="648146" y="90282"/>
                  </a:cubicBezTo>
                  <a:lnTo>
                    <a:pt x="670386" y="90282"/>
                  </a:lnTo>
                  <a:cubicBezTo>
                    <a:pt x="670386" y="90282"/>
                    <a:pt x="669038" y="71512"/>
                    <a:pt x="674093" y="60250"/>
                  </a:cubicBezTo>
                  <a:cubicBezTo>
                    <a:pt x="692625" y="18956"/>
                    <a:pt x="681505" y="18956"/>
                    <a:pt x="674093" y="30218"/>
                  </a:cubicBezTo>
                  <a:cubicBezTo>
                    <a:pt x="668162" y="39228"/>
                    <a:pt x="662973" y="48995"/>
                    <a:pt x="659266" y="48988"/>
                  </a:cubicBezTo>
                  <a:cubicBezTo>
                    <a:pt x="655560" y="48979"/>
                    <a:pt x="647541" y="0"/>
                    <a:pt x="638106" y="9559"/>
                  </a:cubicBezTo>
                  <a:close/>
                  <a:moveTo>
                    <a:pt x="738051" y="43565"/>
                  </a:moveTo>
                  <a:cubicBezTo>
                    <a:pt x="751289" y="58169"/>
                    <a:pt x="728036" y="81524"/>
                    <a:pt x="725388" y="90282"/>
                  </a:cubicBezTo>
                  <a:lnTo>
                    <a:pt x="709503" y="90282"/>
                  </a:lnTo>
                  <a:cubicBezTo>
                    <a:pt x="709503" y="90282"/>
                    <a:pt x="710466" y="75683"/>
                    <a:pt x="706855" y="66924"/>
                  </a:cubicBezTo>
                  <a:cubicBezTo>
                    <a:pt x="693617" y="34806"/>
                    <a:pt x="701560" y="34806"/>
                    <a:pt x="706855" y="43565"/>
                  </a:cubicBezTo>
                  <a:cubicBezTo>
                    <a:pt x="711091" y="50573"/>
                    <a:pt x="714798" y="58169"/>
                    <a:pt x="717446" y="58164"/>
                  </a:cubicBezTo>
                  <a:cubicBezTo>
                    <a:pt x="720093" y="58158"/>
                    <a:pt x="731312" y="36131"/>
                    <a:pt x="738051" y="43565"/>
                  </a:cubicBezTo>
                  <a:close/>
                  <a:moveTo>
                    <a:pt x="811087" y="24933"/>
                  </a:moveTo>
                  <a:cubicBezTo>
                    <a:pt x="824325" y="39537"/>
                    <a:pt x="789540" y="81531"/>
                    <a:pt x="786892" y="90289"/>
                  </a:cubicBezTo>
                  <a:lnTo>
                    <a:pt x="771007" y="90289"/>
                  </a:lnTo>
                  <a:cubicBezTo>
                    <a:pt x="771007" y="90289"/>
                    <a:pt x="768569" y="72129"/>
                    <a:pt x="764959" y="63370"/>
                  </a:cubicBezTo>
                  <a:cubicBezTo>
                    <a:pt x="751721" y="31252"/>
                    <a:pt x="763064" y="21458"/>
                    <a:pt x="768360" y="30218"/>
                  </a:cubicBezTo>
                  <a:cubicBezTo>
                    <a:pt x="772596" y="37226"/>
                    <a:pt x="776302" y="58176"/>
                    <a:pt x="778950" y="58172"/>
                  </a:cubicBezTo>
                  <a:cubicBezTo>
                    <a:pt x="781598" y="58165"/>
                    <a:pt x="804348" y="17497"/>
                    <a:pt x="811087" y="24933"/>
                  </a:cubicBezTo>
                  <a:close/>
                  <a:moveTo>
                    <a:pt x="826463" y="24933"/>
                  </a:moveTo>
                  <a:cubicBezTo>
                    <a:pt x="807931" y="43710"/>
                    <a:pt x="828953" y="79022"/>
                    <a:pt x="832659" y="90282"/>
                  </a:cubicBezTo>
                  <a:lnTo>
                    <a:pt x="854898" y="90282"/>
                  </a:lnTo>
                  <a:cubicBezTo>
                    <a:pt x="854898" y="90282"/>
                    <a:pt x="853551" y="71512"/>
                    <a:pt x="858606" y="60250"/>
                  </a:cubicBezTo>
                  <a:cubicBezTo>
                    <a:pt x="874456" y="24933"/>
                    <a:pt x="862312" y="18956"/>
                    <a:pt x="854898" y="30218"/>
                  </a:cubicBezTo>
                  <a:cubicBezTo>
                    <a:pt x="848968" y="39228"/>
                    <a:pt x="847486" y="48995"/>
                    <a:pt x="843779" y="48988"/>
                  </a:cubicBezTo>
                  <a:cubicBezTo>
                    <a:pt x="840073" y="48979"/>
                    <a:pt x="835898" y="15373"/>
                    <a:pt x="826463" y="24933"/>
                  </a:cubicBezTo>
                  <a:close/>
                  <a:moveTo>
                    <a:pt x="926408" y="32618"/>
                  </a:moveTo>
                  <a:cubicBezTo>
                    <a:pt x="939646" y="47222"/>
                    <a:pt x="920237" y="81531"/>
                    <a:pt x="917589" y="90289"/>
                  </a:cubicBezTo>
                  <a:lnTo>
                    <a:pt x="901704" y="90289"/>
                  </a:lnTo>
                  <a:cubicBezTo>
                    <a:pt x="901704" y="90289"/>
                    <a:pt x="895422" y="75690"/>
                    <a:pt x="891812" y="66931"/>
                  </a:cubicBezTo>
                  <a:cubicBezTo>
                    <a:pt x="878574" y="34813"/>
                    <a:pt x="893761" y="34813"/>
                    <a:pt x="899056" y="43573"/>
                  </a:cubicBezTo>
                  <a:cubicBezTo>
                    <a:pt x="903292" y="50580"/>
                    <a:pt x="906999" y="58176"/>
                    <a:pt x="909646" y="58172"/>
                  </a:cubicBezTo>
                  <a:cubicBezTo>
                    <a:pt x="912294" y="58165"/>
                    <a:pt x="919669" y="25182"/>
                    <a:pt x="926408" y="32618"/>
                  </a:cubicBezTo>
                  <a:close/>
                  <a:moveTo>
                    <a:pt x="987912" y="36462"/>
                  </a:moveTo>
                  <a:cubicBezTo>
                    <a:pt x="1001150" y="51066"/>
                    <a:pt x="974053" y="81531"/>
                    <a:pt x="971405" y="90289"/>
                  </a:cubicBezTo>
                  <a:lnTo>
                    <a:pt x="955520" y="90289"/>
                  </a:lnTo>
                  <a:cubicBezTo>
                    <a:pt x="955520" y="90289"/>
                    <a:pt x="956483" y="75690"/>
                    <a:pt x="952872" y="66931"/>
                  </a:cubicBezTo>
                  <a:cubicBezTo>
                    <a:pt x="939634" y="34813"/>
                    <a:pt x="948021" y="20014"/>
                    <a:pt x="953316" y="28774"/>
                  </a:cubicBezTo>
                  <a:cubicBezTo>
                    <a:pt x="957552" y="35780"/>
                    <a:pt x="960815" y="58176"/>
                    <a:pt x="963463" y="58172"/>
                  </a:cubicBezTo>
                  <a:cubicBezTo>
                    <a:pt x="966110" y="58165"/>
                    <a:pt x="981173" y="29026"/>
                    <a:pt x="987912" y="36462"/>
                  </a:cubicBezTo>
                  <a:close/>
                </a:path>
              </a:pathLst>
            </a:custGeom>
            <a:noFill/>
            <a:ln w="5764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926204" y="1942983"/>
              <a:ext cx="1291590" cy="845645"/>
            </a:xfrm>
            <a:custGeom>
              <a:avLst/>
              <a:gdLst/>
              <a:ahLst/>
              <a:cxnLst/>
              <a:rect l="0" t="0" r="0" b="0"/>
              <a:pathLst>
                <a:path w="1291590" h="845645">
                  <a:moveTo>
                    <a:pt x="1192236" y="753388"/>
                  </a:moveTo>
                  <a:lnTo>
                    <a:pt x="1192236" y="276769"/>
                  </a:lnTo>
                  <a:lnTo>
                    <a:pt x="99352" y="276769"/>
                  </a:lnTo>
                  <a:lnTo>
                    <a:pt x="99352" y="753388"/>
                  </a:lnTo>
                  <a:close/>
                  <a:moveTo>
                    <a:pt x="0" y="753388"/>
                  </a:moveTo>
                  <a:lnTo>
                    <a:pt x="0" y="845645"/>
                  </a:lnTo>
                  <a:lnTo>
                    <a:pt x="1291590" y="845645"/>
                  </a:lnTo>
                  <a:lnTo>
                    <a:pt x="1291590" y="753388"/>
                  </a:lnTo>
                  <a:lnTo>
                    <a:pt x="1192236" y="753388"/>
                  </a:lnTo>
                  <a:lnTo>
                    <a:pt x="99353" y="753388"/>
                  </a:lnTo>
                  <a:close/>
                  <a:moveTo>
                    <a:pt x="0" y="276769"/>
                  </a:moveTo>
                  <a:lnTo>
                    <a:pt x="0" y="184512"/>
                  </a:lnTo>
                  <a:lnTo>
                    <a:pt x="645795" y="184512"/>
                  </a:lnTo>
                  <a:cubicBezTo>
                    <a:pt x="568914" y="184512"/>
                    <a:pt x="552256" y="61504"/>
                    <a:pt x="553538" y="0"/>
                  </a:cubicBezTo>
                  <a:lnTo>
                    <a:pt x="738051" y="0"/>
                  </a:lnTo>
                  <a:cubicBezTo>
                    <a:pt x="736769" y="61504"/>
                    <a:pt x="719600" y="184512"/>
                    <a:pt x="645795" y="184512"/>
                  </a:cubicBezTo>
                  <a:lnTo>
                    <a:pt x="1291590" y="184512"/>
                  </a:lnTo>
                  <a:lnTo>
                    <a:pt x="1291590" y="276769"/>
                  </a:lnTo>
                  <a:close/>
                  <a:moveTo>
                    <a:pt x="830307" y="92256"/>
                  </a:moveTo>
                  <a:lnTo>
                    <a:pt x="738051" y="92256"/>
                  </a:lnTo>
                  <a:cubicBezTo>
                    <a:pt x="738051" y="123008"/>
                    <a:pt x="747277" y="184512"/>
                    <a:pt x="784179" y="184512"/>
                  </a:cubicBezTo>
                  <a:cubicBezTo>
                    <a:pt x="821082" y="184512"/>
                    <a:pt x="830307" y="123008"/>
                    <a:pt x="830307" y="92256"/>
                  </a:cubicBezTo>
                  <a:close/>
                  <a:moveTo>
                    <a:pt x="461282" y="92256"/>
                  </a:moveTo>
                  <a:lnTo>
                    <a:pt x="369025" y="92256"/>
                  </a:lnTo>
                  <a:cubicBezTo>
                    <a:pt x="369025" y="123008"/>
                    <a:pt x="378251" y="184512"/>
                    <a:pt x="415153" y="184512"/>
                  </a:cubicBezTo>
                  <a:cubicBezTo>
                    <a:pt x="452056" y="184512"/>
                    <a:pt x="461282" y="123008"/>
                    <a:pt x="461282" y="92256"/>
                  </a:cubicBezTo>
                  <a:close/>
                  <a:moveTo>
                    <a:pt x="92256" y="92256"/>
                  </a:moveTo>
                  <a:lnTo>
                    <a:pt x="0" y="92256"/>
                  </a:lnTo>
                  <a:cubicBezTo>
                    <a:pt x="0" y="123008"/>
                    <a:pt x="9225" y="184512"/>
                    <a:pt x="46128" y="184512"/>
                  </a:cubicBezTo>
                  <a:cubicBezTo>
                    <a:pt x="83030" y="184512"/>
                    <a:pt x="92256" y="123008"/>
                    <a:pt x="92256" y="92256"/>
                  </a:cubicBezTo>
                  <a:close/>
                  <a:moveTo>
                    <a:pt x="922564" y="92256"/>
                  </a:moveTo>
                  <a:lnTo>
                    <a:pt x="830307" y="92256"/>
                  </a:lnTo>
                  <a:cubicBezTo>
                    <a:pt x="830307" y="123008"/>
                    <a:pt x="839533" y="184512"/>
                    <a:pt x="876436" y="184512"/>
                  </a:cubicBezTo>
                  <a:cubicBezTo>
                    <a:pt x="913338" y="184512"/>
                    <a:pt x="922564" y="123008"/>
                    <a:pt x="922564" y="92256"/>
                  </a:cubicBezTo>
                  <a:close/>
                  <a:moveTo>
                    <a:pt x="1291590" y="92256"/>
                  </a:moveTo>
                  <a:lnTo>
                    <a:pt x="1199333" y="92256"/>
                  </a:lnTo>
                  <a:cubicBezTo>
                    <a:pt x="1199333" y="123008"/>
                    <a:pt x="1208559" y="184512"/>
                    <a:pt x="1245461" y="184512"/>
                  </a:cubicBezTo>
                  <a:cubicBezTo>
                    <a:pt x="1282364" y="184512"/>
                    <a:pt x="1291590" y="123008"/>
                    <a:pt x="1291590" y="92256"/>
                  </a:cubicBezTo>
                  <a:close/>
                  <a:moveTo>
                    <a:pt x="553538" y="92256"/>
                  </a:moveTo>
                  <a:lnTo>
                    <a:pt x="461282" y="92256"/>
                  </a:lnTo>
                  <a:cubicBezTo>
                    <a:pt x="461282" y="123008"/>
                    <a:pt x="470507" y="184512"/>
                    <a:pt x="507410" y="184512"/>
                  </a:cubicBezTo>
                  <a:cubicBezTo>
                    <a:pt x="544312" y="184512"/>
                    <a:pt x="553538" y="123008"/>
                    <a:pt x="553538" y="92256"/>
                  </a:cubicBezTo>
                  <a:close/>
                  <a:moveTo>
                    <a:pt x="369025" y="92256"/>
                  </a:moveTo>
                  <a:cubicBezTo>
                    <a:pt x="357493" y="108914"/>
                    <a:pt x="312903" y="142228"/>
                    <a:pt x="226797" y="142228"/>
                  </a:cubicBezTo>
                  <a:cubicBezTo>
                    <a:pt x="140691" y="142228"/>
                    <a:pt x="101226" y="108914"/>
                    <a:pt x="92256" y="92256"/>
                  </a:cubicBezTo>
                  <a:moveTo>
                    <a:pt x="46128" y="184512"/>
                  </a:moveTo>
                  <a:lnTo>
                    <a:pt x="415153" y="184512"/>
                  </a:lnTo>
                  <a:lnTo>
                    <a:pt x="507410" y="184512"/>
                  </a:lnTo>
                  <a:lnTo>
                    <a:pt x="784179" y="184512"/>
                  </a:lnTo>
                  <a:lnTo>
                    <a:pt x="876436" y="184512"/>
                  </a:lnTo>
                  <a:lnTo>
                    <a:pt x="1245461" y="184512"/>
                  </a:lnTo>
                  <a:moveTo>
                    <a:pt x="1199333" y="92256"/>
                  </a:moveTo>
                  <a:cubicBezTo>
                    <a:pt x="1187801" y="108914"/>
                    <a:pt x="1143210" y="142228"/>
                    <a:pt x="1057104" y="142228"/>
                  </a:cubicBezTo>
                  <a:cubicBezTo>
                    <a:pt x="970999" y="142228"/>
                    <a:pt x="931533" y="108914"/>
                    <a:pt x="922564" y="92256"/>
                  </a:cubicBezTo>
                  <a:moveTo>
                    <a:pt x="622730" y="0"/>
                  </a:moveTo>
                  <a:lnTo>
                    <a:pt x="645795" y="92256"/>
                  </a:lnTo>
                  <a:lnTo>
                    <a:pt x="668859" y="0"/>
                  </a:lnTo>
                  <a:moveTo>
                    <a:pt x="0" y="276769"/>
                  </a:moveTo>
                  <a:lnTo>
                    <a:pt x="1291590" y="276769"/>
                  </a:lnTo>
                  <a:lnTo>
                    <a:pt x="1291590" y="184512"/>
                  </a:lnTo>
                  <a:lnTo>
                    <a:pt x="645795" y="184512"/>
                  </a:lnTo>
                  <a:cubicBezTo>
                    <a:pt x="689854" y="184512"/>
                    <a:pt x="713730" y="140676"/>
                    <a:pt x="726091" y="92256"/>
                  </a:cubicBezTo>
                  <a:cubicBezTo>
                    <a:pt x="734438" y="59566"/>
                    <a:pt x="737534" y="24788"/>
                    <a:pt x="738051" y="0"/>
                  </a:cubicBezTo>
                  <a:lnTo>
                    <a:pt x="553538" y="0"/>
                  </a:lnTo>
                  <a:cubicBezTo>
                    <a:pt x="553021" y="24788"/>
                    <a:pt x="555419" y="59566"/>
                    <a:pt x="563499" y="92256"/>
                  </a:cubicBezTo>
                  <a:cubicBezTo>
                    <a:pt x="575466" y="140676"/>
                    <a:pt x="599899" y="184512"/>
                    <a:pt x="645795" y="184512"/>
                  </a:cubicBezTo>
                  <a:lnTo>
                    <a:pt x="0" y="184512"/>
                  </a:lnTo>
                  <a:close/>
                  <a:moveTo>
                    <a:pt x="830307" y="92256"/>
                  </a:moveTo>
                  <a:cubicBezTo>
                    <a:pt x="830307" y="123008"/>
                    <a:pt x="821082" y="184512"/>
                    <a:pt x="784179" y="184512"/>
                  </a:cubicBezTo>
                  <a:cubicBezTo>
                    <a:pt x="747277" y="184512"/>
                    <a:pt x="738051" y="123008"/>
                    <a:pt x="738051" y="92256"/>
                  </a:cubicBezTo>
                  <a:close/>
                  <a:moveTo>
                    <a:pt x="461282" y="92256"/>
                  </a:moveTo>
                  <a:cubicBezTo>
                    <a:pt x="461282" y="123008"/>
                    <a:pt x="452056" y="184512"/>
                    <a:pt x="415153" y="184512"/>
                  </a:cubicBezTo>
                  <a:cubicBezTo>
                    <a:pt x="378251" y="184512"/>
                    <a:pt x="369025" y="123008"/>
                    <a:pt x="369025" y="92256"/>
                  </a:cubicBezTo>
                  <a:close/>
                  <a:moveTo>
                    <a:pt x="92256" y="92256"/>
                  </a:moveTo>
                  <a:cubicBezTo>
                    <a:pt x="92256" y="123008"/>
                    <a:pt x="83030" y="184512"/>
                    <a:pt x="46128" y="184512"/>
                  </a:cubicBezTo>
                  <a:cubicBezTo>
                    <a:pt x="9225" y="184512"/>
                    <a:pt x="0" y="123008"/>
                    <a:pt x="0" y="92256"/>
                  </a:cubicBezTo>
                  <a:close/>
                  <a:moveTo>
                    <a:pt x="922564" y="92256"/>
                  </a:moveTo>
                  <a:cubicBezTo>
                    <a:pt x="922564" y="123008"/>
                    <a:pt x="913338" y="184512"/>
                    <a:pt x="876436" y="184512"/>
                  </a:cubicBezTo>
                  <a:cubicBezTo>
                    <a:pt x="839533" y="184512"/>
                    <a:pt x="830307" y="123008"/>
                    <a:pt x="830307" y="92256"/>
                  </a:cubicBezTo>
                  <a:close/>
                  <a:moveTo>
                    <a:pt x="1291590" y="92256"/>
                  </a:moveTo>
                  <a:cubicBezTo>
                    <a:pt x="1291590" y="123008"/>
                    <a:pt x="1282364" y="184512"/>
                    <a:pt x="1245461" y="184512"/>
                  </a:cubicBezTo>
                  <a:cubicBezTo>
                    <a:pt x="1208559" y="184512"/>
                    <a:pt x="1199333" y="123008"/>
                    <a:pt x="1199333" y="92256"/>
                  </a:cubicBezTo>
                  <a:close/>
                  <a:moveTo>
                    <a:pt x="553538" y="92256"/>
                  </a:moveTo>
                  <a:cubicBezTo>
                    <a:pt x="553538" y="123008"/>
                    <a:pt x="544312" y="184512"/>
                    <a:pt x="507410" y="184512"/>
                  </a:cubicBezTo>
                  <a:cubicBezTo>
                    <a:pt x="470507" y="184512"/>
                    <a:pt x="461282" y="123008"/>
                    <a:pt x="461282" y="92256"/>
                  </a:cubicBezTo>
                  <a:close/>
                  <a:moveTo>
                    <a:pt x="876436" y="184512"/>
                  </a:moveTo>
                  <a:lnTo>
                    <a:pt x="1245461" y="184512"/>
                  </a:lnTo>
                  <a:cubicBezTo>
                    <a:pt x="1208559" y="184512"/>
                    <a:pt x="1199333" y="123008"/>
                    <a:pt x="1199333" y="92256"/>
                  </a:cubicBezTo>
                  <a:cubicBezTo>
                    <a:pt x="1187801" y="108914"/>
                    <a:pt x="1143210" y="142228"/>
                    <a:pt x="1057104" y="142228"/>
                  </a:cubicBezTo>
                  <a:cubicBezTo>
                    <a:pt x="970999" y="142228"/>
                    <a:pt x="931533" y="108914"/>
                    <a:pt x="922564" y="92256"/>
                  </a:cubicBezTo>
                  <a:cubicBezTo>
                    <a:pt x="922564" y="123008"/>
                    <a:pt x="913338" y="184512"/>
                    <a:pt x="876436" y="184512"/>
                  </a:cubicBezTo>
                  <a:close/>
                  <a:moveTo>
                    <a:pt x="784179" y="184512"/>
                  </a:moveTo>
                  <a:lnTo>
                    <a:pt x="876436" y="184512"/>
                  </a:lnTo>
                  <a:cubicBezTo>
                    <a:pt x="839533" y="184512"/>
                    <a:pt x="830307" y="123008"/>
                    <a:pt x="830307" y="92256"/>
                  </a:cubicBezTo>
                  <a:cubicBezTo>
                    <a:pt x="830307" y="123008"/>
                    <a:pt x="821082" y="184512"/>
                    <a:pt x="784179" y="184512"/>
                  </a:cubicBezTo>
                  <a:close/>
                  <a:moveTo>
                    <a:pt x="645795" y="184512"/>
                  </a:moveTo>
                  <a:lnTo>
                    <a:pt x="784179" y="184512"/>
                  </a:lnTo>
                  <a:cubicBezTo>
                    <a:pt x="747277" y="184512"/>
                    <a:pt x="738051" y="123008"/>
                    <a:pt x="738051" y="92256"/>
                  </a:cubicBezTo>
                  <a:lnTo>
                    <a:pt x="726091" y="92256"/>
                  </a:lnTo>
                  <a:cubicBezTo>
                    <a:pt x="713730" y="140676"/>
                    <a:pt x="689854" y="184512"/>
                    <a:pt x="645795" y="184512"/>
                  </a:cubicBezTo>
                  <a:close/>
                  <a:moveTo>
                    <a:pt x="507410" y="184512"/>
                  </a:moveTo>
                  <a:lnTo>
                    <a:pt x="645795" y="184512"/>
                  </a:lnTo>
                  <a:cubicBezTo>
                    <a:pt x="599899" y="184512"/>
                    <a:pt x="575466" y="140676"/>
                    <a:pt x="563499" y="92256"/>
                  </a:cubicBezTo>
                  <a:lnTo>
                    <a:pt x="553538" y="92256"/>
                  </a:lnTo>
                  <a:cubicBezTo>
                    <a:pt x="553538" y="123008"/>
                    <a:pt x="544312" y="184512"/>
                    <a:pt x="507410" y="184512"/>
                  </a:cubicBezTo>
                  <a:close/>
                  <a:moveTo>
                    <a:pt x="415153" y="184512"/>
                  </a:moveTo>
                  <a:lnTo>
                    <a:pt x="507410" y="184512"/>
                  </a:lnTo>
                  <a:cubicBezTo>
                    <a:pt x="470507" y="184512"/>
                    <a:pt x="461282" y="123008"/>
                    <a:pt x="461282" y="92256"/>
                  </a:cubicBezTo>
                  <a:cubicBezTo>
                    <a:pt x="461282" y="123008"/>
                    <a:pt x="452056" y="184512"/>
                    <a:pt x="415153" y="184512"/>
                  </a:cubicBezTo>
                  <a:close/>
                  <a:moveTo>
                    <a:pt x="46128" y="184512"/>
                  </a:moveTo>
                  <a:lnTo>
                    <a:pt x="415153" y="184512"/>
                  </a:lnTo>
                  <a:cubicBezTo>
                    <a:pt x="378251" y="184512"/>
                    <a:pt x="369025" y="123008"/>
                    <a:pt x="369025" y="92256"/>
                  </a:cubicBezTo>
                  <a:cubicBezTo>
                    <a:pt x="357493" y="108914"/>
                    <a:pt x="312903" y="142228"/>
                    <a:pt x="226797" y="142228"/>
                  </a:cubicBezTo>
                  <a:cubicBezTo>
                    <a:pt x="140691" y="142228"/>
                    <a:pt x="101226" y="108914"/>
                    <a:pt x="92256" y="92256"/>
                  </a:cubicBezTo>
                  <a:cubicBezTo>
                    <a:pt x="92256" y="123008"/>
                    <a:pt x="83030" y="184512"/>
                    <a:pt x="46128" y="184512"/>
                  </a:cubicBezTo>
                  <a:close/>
                  <a:moveTo>
                    <a:pt x="784179" y="184512"/>
                  </a:moveTo>
                  <a:lnTo>
                    <a:pt x="507410" y="184512"/>
                  </a:lnTo>
                  <a:moveTo>
                    <a:pt x="668859" y="0"/>
                  </a:moveTo>
                  <a:lnTo>
                    <a:pt x="645795" y="92256"/>
                  </a:lnTo>
                  <a:lnTo>
                    <a:pt x="622730" y="0"/>
                  </a:lnTo>
                  <a:moveTo>
                    <a:pt x="799555" y="484326"/>
                  </a:moveTo>
                  <a:cubicBezTo>
                    <a:pt x="799555" y="569246"/>
                    <a:pt x="730714" y="638087"/>
                    <a:pt x="645795" y="638087"/>
                  </a:cubicBezTo>
                  <a:cubicBezTo>
                    <a:pt x="560875" y="638087"/>
                    <a:pt x="492034" y="569246"/>
                    <a:pt x="492034" y="484326"/>
                  </a:cubicBezTo>
                  <a:cubicBezTo>
                    <a:pt x="492034" y="399407"/>
                    <a:pt x="560875" y="330566"/>
                    <a:pt x="645795" y="330566"/>
                  </a:cubicBezTo>
                  <a:cubicBezTo>
                    <a:pt x="730714" y="330566"/>
                    <a:pt x="799555" y="399407"/>
                    <a:pt x="799555" y="484326"/>
                  </a:cubicBezTo>
                  <a:close/>
                  <a:moveTo>
                    <a:pt x="492034" y="484326"/>
                  </a:moveTo>
                  <a:lnTo>
                    <a:pt x="799555" y="484326"/>
                  </a:lnTo>
                  <a:moveTo>
                    <a:pt x="645795" y="638087"/>
                  </a:moveTo>
                  <a:lnTo>
                    <a:pt x="645795" y="330566"/>
                  </a:lnTo>
                  <a:moveTo>
                    <a:pt x="353649" y="484326"/>
                  </a:moveTo>
                  <a:cubicBezTo>
                    <a:pt x="353649" y="526786"/>
                    <a:pt x="319228" y="561207"/>
                    <a:pt x="276769" y="561207"/>
                  </a:cubicBezTo>
                  <a:cubicBezTo>
                    <a:pt x="234309" y="561207"/>
                    <a:pt x="199888" y="526786"/>
                    <a:pt x="199888" y="484326"/>
                  </a:cubicBezTo>
                  <a:cubicBezTo>
                    <a:pt x="199888" y="441867"/>
                    <a:pt x="234309" y="407446"/>
                    <a:pt x="276769" y="407446"/>
                  </a:cubicBezTo>
                  <a:cubicBezTo>
                    <a:pt x="319228" y="407446"/>
                    <a:pt x="353649" y="441867"/>
                    <a:pt x="353649" y="484326"/>
                  </a:cubicBezTo>
                  <a:close/>
                  <a:moveTo>
                    <a:pt x="199888" y="484326"/>
                  </a:moveTo>
                  <a:lnTo>
                    <a:pt x="353649" y="484326"/>
                  </a:lnTo>
                  <a:moveTo>
                    <a:pt x="276769" y="561207"/>
                  </a:moveTo>
                  <a:lnTo>
                    <a:pt x="276769" y="407446"/>
                  </a:lnTo>
                  <a:moveTo>
                    <a:pt x="1091701" y="484326"/>
                  </a:moveTo>
                  <a:cubicBezTo>
                    <a:pt x="1091701" y="526786"/>
                    <a:pt x="1057280" y="561207"/>
                    <a:pt x="1014820" y="561207"/>
                  </a:cubicBezTo>
                  <a:cubicBezTo>
                    <a:pt x="972361" y="561207"/>
                    <a:pt x="937940" y="526786"/>
                    <a:pt x="937940" y="484326"/>
                  </a:cubicBezTo>
                  <a:cubicBezTo>
                    <a:pt x="937940" y="441867"/>
                    <a:pt x="972361" y="407446"/>
                    <a:pt x="1014820" y="407446"/>
                  </a:cubicBezTo>
                  <a:cubicBezTo>
                    <a:pt x="1057280" y="407446"/>
                    <a:pt x="1091701" y="441867"/>
                    <a:pt x="1091701" y="484326"/>
                  </a:cubicBezTo>
                  <a:close/>
                  <a:moveTo>
                    <a:pt x="937940" y="484326"/>
                  </a:moveTo>
                  <a:lnTo>
                    <a:pt x="1091701" y="484326"/>
                  </a:lnTo>
                  <a:moveTo>
                    <a:pt x="1014820" y="561207"/>
                  </a:moveTo>
                  <a:lnTo>
                    <a:pt x="1014820" y="407446"/>
                  </a:lnTo>
                </a:path>
              </a:pathLst>
            </a:custGeom>
            <a:noFill/>
            <a:ln w="5764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3926205" y="2793391"/>
            <a:ext cx="1291590" cy="568871"/>
          </a:xfrm>
          <a:custGeom>
            <a:avLst/>
            <a:gdLst/>
            <a:ahLst/>
            <a:cxnLst/>
            <a:rect l="0" t="0" r="0" b="0"/>
            <a:pathLst>
              <a:path w="1291590" h="568871">
                <a:moveTo>
                  <a:pt x="1192234" y="476621"/>
                </a:moveTo>
                <a:lnTo>
                  <a:pt x="1192234" y="0"/>
                </a:lnTo>
                <a:lnTo>
                  <a:pt x="99355" y="0"/>
                </a:lnTo>
                <a:lnTo>
                  <a:pt x="99355" y="476621"/>
                </a:lnTo>
                <a:lnTo>
                  <a:pt x="0" y="476621"/>
                </a:lnTo>
                <a:lnTo>
                  <a:pt x="0" y="568871"/>
                </a:lnTo>
                <a:lnTo>
                  <a:pt x="1291590" y="568871"/>
                </a:lnTo>
                <a:lnTo>
                  <a:pt x="1291590" y="476621"/>
                </a:lnTo>
                <a:lnTo>
                  <a:pt x="1192234" y="476621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26204" y="2793391"/>
            <a:ext cx="1291590" cy="568875"/>
          </a:xfrm>
          <a:custGeom>
            <a:avLst/>
            <a:gdLst/>
            <a:ahLst/>
            <a:cxnLst/>
            <a:rect l="0" t="0" r="0" b="0"/>
            <a:pathLst>
              <a:path w="1291590" h="568875">
                <a:moveTo>
                  <a:pt x="0" y="476619"/>
                </a:moveTo>
                <a:lnTo>
                  <a:pt x="0" y="568875"/>
                </a:lnTo>
                <a:lnTo>
                  <a:pt x="1291590" y="568875"/>
                </a:lnTo>
                <a:lnTo>
                  <a:pt x="1291590" y="476619"/>
                </a:lnTo>
                <a:lnTo>
                  <a:pt x="1192236" y="476619"/>
                </a:lnTo>
                <a:lnTo>
                  <a:pt x="99353" y="476619"/>
                </a:lnTo>
                <a:close/>
                <a:moveTo>
                  <a:pt x="1192236" y="476619"/>
                </a:moveTo>
                <a:lnTo>
                  <a:pt x="1192236" y="0"/>
                </a:lnTo>
                <a:lnTo>
                  <a:pt x="99353" y="0"/>
                </a:lnTo>
                <a:lnTo>
                  <a:pt x="99353" y="476619"/>
                </a:lnTo>
                <a:close/>
                <a:moveTo>
                  <a:pt x="261393" y="84548"/>
                </a:moveTo>
                <a:lnTo>
                  <a:pt x="215265" y="84548"/>
                </a:lnTo>
                <a:moveTo>
                  <a:pt x="261393" y="230621"/>
                </a:moveTo>
                <a:lnTo>
                  <a:pt x="261393" y="130677"/>
                </a:lnTo>
                <a:lnTo>
                  <a:pt x="261393" y="84548"/>
                </a:lnTo>
                <a:moveTo>
                  <a:pt x="399777" y="84548"/>
                </a:moveTo>
                <a:lnTo>
                  <a:pt x="261393" y="84548"/>
                </a:lnTo>
                <a:moveTo>
                  <a:pt x="261393" y="38420"/>
                </a:moveTo>
                <a:lnTo>
                  <a:pt x="261393" y="84548"/>
                </a:lnTo>
                <a:moveTo>
                  <a:pt x="261393" y="453574"/>
                </a:moveTo>
                <a:lnTo>
                  <a:pt x="538162" y="453574"/>
                </a:lnTo>
                <a:moveTo>
                  <a:pt x="261393" y="453574"/>
                </a:moveTo>
                <a:lnTo>
                  <a:pt x="261393" y="407446"/>
                </a:lnTo>
                <a:moveTo>
                  <a:pt x="261393" y="453574"/>
                </a:moveTo>
                <a:lnTo>
                  <a:pt x="215265" y="453574"/>
                </a:lnTo>
                <a:lnTo>
                  <a:pt x="215265" y="407446"/>
                </a:lnTo>
                <a:moveTo>
                  <a:pt x="584290" y="407446"/>
                </a:moveTo>
                <a:lnTo>
                  <a:pt x="584290" y="453574"/>
                </a:lnTo>
                <a:lnTo>
                  <a:pt x="538162" y="453574"/>
                </a:lnTo>
                <a:moveTo>
                  <a:pt x="538162" y="407446"/>
                </a:moveTo>
                <a:lnTo>
                  <a:pt x="538162" y="453574"/>
                </a:lnTo>
                <a:moveTo>
                  <a:pt x="538162" y="84548"/>
                </a:moveTo>
                <a:lnTo>
                  <a:pt x="584290" y="84548"/>
                </a:lnTo>
                <a:moveTo>
                  <a:pt x="538162" y="230621"/>
                </a:moveTo>
                <a:lnTo>
                  <a:pt x="538162" y="130677"/>
                </a:lnTo>
                <a:lnTo>
                  <a:pt x="538162" y="84548"/>
                </a:lnTo>
                <a:moveTo>
                  <a:pt x="538162" y="84548"/>
                </a:moveTo>
                <a:lnTo>
                  <a:pt x="399777" y="84548"/>
                </a:lnTo>
                <a:moveTo>
                  <a:pt x="538162" y="84548"/>
                </a:moveTo>
                <a:lnTo>
                  <a:pt x="538162" y="38420"/>
                </a:lnTo>
                <a:moveTo>
                  <a:pt x="584290" y="230621"/>
                </a:moveTo>
                <a:lnTo>
                  <a:pt x="584290" y="130677"/>
                </a:lnTo>
                <a:lnTo>
                  <a:pt x="584290" y="84548"/>
                </a:lnTo>
                <a:moveTo>
                  <a:pt x="584290" y="84548"/>
                </a:moveTo>
                <a:lnTo>
                  <a:pt x="584290" y="38420"/>
                </a:lnTo>
                <a:lnTo>
                  <a:pt x="538162" y="38420"/>
                </a:lnTo>
                <a:moveTo>
                  <a:pt x="584290" y="407446"/>
                </a:moveTo>
                <a:lnTo>
                  <a:pt x="538162" y="407446"/>
                </a:lnTo>
                <a:moveTo>
                  <a:pt x="584290" y="276749"/>
                </a:moveTo>
                <a:lnTo>
                  <a:pt x="584290" y="407446"/>
                </a:lnTo>
                <a:moveTo>
                  <a:pt x="538162" y="276749"/>
                </a:moveTo>
                <a:lnTo>
                  <a:pt x="538162" y="407446"/>
                </a:lnTo>
                <a:moveTo>
                  <a:pt x="538162" y="276749"/>
                </a:moveTo>
                <a:lnTo>
                  <a:pt x="538162" y="253685"/>
                </a:lnTo>
                <a:moveTo>
                  <a:pt x="538162" y="230621"/>
                </a:moveTo>
                <a:lnTo>
                  <a:pt x="538162" y="253685"/>
                </a:lnTo>
                <a:moveTo>
                  <a:pt x="538162" y="253685"/>
                </a:moveTo>
                <a:lnTo>
                  <a:pt x="261393" y="253685"/>
                </a:lnTo>
                <a:moveTo>
                  <a:pt x="584290" y="276749"/>
                </a:moveTo>
                <a:lnTo>
                  <a:pt x="538162" y="276749"/>
                </a:lnTo>
                <a:moveTo>
                  <a:pt x="584290" y="230621"/>
                </a:moveTo>
                <a:lnTo>
                  <a:pt x="584290" y="276749"/>
                </a:lnTo>
                <a:moveTo>
                  <a:pt x="584290" y="230621"/>
                </a:moveTo>
                <a:lnTo>
                  <a:pt x="538162" y="230621"/>
                </a:lnTo>
                <a:moveTo>
                  <a:pt x="215265" y="230621"/>
                </a:moveTo>
                <a:lnTo>
                  <a:pt x="215265" y="130677"/>
                </a:lnTo>
                <a:lnTo>
                  <a:pt x="215265" y="84548"/>
                </a:lnTo>
                <a:moveTo>
                  <a:pt x="261393" y="38420"/>
                </a:moveTo>
                <a:lnTo>
                  <a:pt x="215265" y="38420"/>
                </a:lnTo>
                <a:lnTo>
                  <a:pt x="215265" y="84548"/>
                </a:lnTo>
                <a:moveTo>
                  <a:pt x="261393" y="230621"/>
                </a:moveTo>
                <a:lnTo>
                  <a:pt x="261393" y="253685"/>
                </a:lnTo>
                <a:moveTo>
                  <a:pt x="261393" y="276749"/>
                </a:moveTo>
                <a:lnTo>
                  <a:pt x="261393" y="253685"/>
                </a:lnTo>
                <a:moveTo>
                  <a:pt x="261393" y="230621"/>
                </a:moveTo>
                <a:lnTo>
                  <a:pt x="215265" y="230621"/>
                </a:lnTo>
                <a:moveTo>
                  <a:pt x="215265" y="276749"/>
                </a:moveTo>
                <a:lnTo>
                  <a:pt x="215265" y="230621"/>
                </a:lnTo>
                <a:moveTo>
                  <a:pt x="261393" y="276749"/>
                </a:moveTo>
                <a:lnTo>
                  <a:pt x="215265" y="276749"/>
                </a:lnTo>
                <a:moveTo>
                  <a:pt x="215265" y="407446"/>
                </a:moveTo>
                <a:lnTo>
                  <a:pt x="215265" y="276749"/>
                </a:lnTo>
                <a:moveTo>
                  <a:pt x="261393" y="407446"/>
                </a:moveTo>
                <a:lnTo>
                  <a:pt x="261393" y="276749"/>
                </a:lnTo>
                <a:moveTo>
                  <a:pt x="215265" y="407446"/>
                </a:moveTo>
                <a:lnTo>
                  <a:pt x="261393" y="407446"/>
                </a:lnTo>
                <a:moveTo>
                  <a:pt x="399777" y="415134"/>
                </a:moveTo>
                <a:lnTo>
                  <a:pt x="399777" y="84548"/>
                </a:lnTo>
                <a:moveTo>
                  <a:pt x="538162" y="38420"/>
                </a:moveTo>
                <a:lnTo>
                  <a:pt x="261393" y="38420"/>
                </a:lnTo>
                <a:moveTo>
                  <a:pt x="753427" y="84548"/>
                </a:moveTo>
                <a:lnTo>
                  <a:pt x="707299" y="84548"/>
                </a:lnTo>
                <a:moveTo>
                  <a:pt x="753427" y="230621"/>
                </a:moveTo>
                <a:lnTo>
                  <a:pt x="753427" y="130677"/>
                </a:lnTo>
                <a:lnTo>
                  <a:pt x="753427" y="84548"/>
                </a:lnTo>
                <a:moveTo>
                  <a:pt x="891812" y="84548"/>
                </a:moveTo>
                <a:lnTo>
                  <a:pt x="753427" y="84548"/>
                </a:lnTo>
                <a:moveTo>
                  <a:pt x="753427" y="38420"/>
                </a:moveTo>
                <a:lnTo>
                  <a:pt x="753427" y="84548"/>
                </a:lnTo>
                <a:moveTo>
                  <a:pt x="753427" y="453574"/>
                </a:moveTo>
                <a:lnTo>
                  <a:pt x="1030196" y="453574"/>
                </a:lnTo>
                <a:moveTo>
                  <a:pt x="753427" y="453574"/>
                </a:moveTo>
                <a:lnTo>
                  <a:pt x="753427" y="407446"/>
                </a:lnTo>
                <a:moveTo>
                  <a:pt x="753427" y="453574"/>
                </a:moveTo>
                <a:lnTo>
                  <a:pt x="707299" y="453574"/>
                </a:lnTo>
                <a:lnTo>
                  <a:pt x="707299" y="407446"/>
                </a:lnTo>
                <a:moveTo>
                  <a:pt x="1076325" y="407446"/>
                </a:moveTo>
                <a:lnTo>
                  <a:pt x="1076325" y="453574"/>
                </a:lnTo>
                <a:lnTo>
                  <a:pt x="1030196" y="453574"/>
                </a:lnTo>
                <a:moveTo>
                  <a:pt x="1030196" y="407446"/>
                </a:moveTo>
                <a:lnTo>
                  <a:pt x="1030196" y="453574"/>
                </a:lnTo>
                <a:moveTo>
                  <a:pt x="1030196" y="84548"/>
                </a:moveTo>
                <a:lnTo>
                  <a:pt x="1076325" y="84548"/>
                </a:lnTo>
                <a:moveTo>
                  <a:pt x="1030196" y="230621"/>
                </a:moveTo>
                <a:lnTo>
                  <a:pt x="1030196" y="130677"/>
                </a:lnTo>
                <a:lnTo>
                  <a:pt x="1030196" y="84548"/>
                </a:lnTo>
                <a:moveTo>
                  <a:pt x="1030196" y="84548"/>
                </a:moveTo>
                <a:lnTo>
                  <a:pt x="891812" y="84548"/>
                </a:lnTo>
                <a:moveTo>
                  <a:pt x="1030196" y="84548"/>
                </a:moveTo>
                <a:lnTo>
                  <a:pt x="1030196" y="38420"/>
                </a:lnTo>
                <a:moveTo>
                  <a:pt x="1076325" y="230621"/>
                </a:moveTo>
                <a:lnTo>
                  <a:pt x="1076325" y="130677"/>
                </a:lnTo>
                <a:lnTo>
                  <a:pt x="1076325" y="84548"/>
                </a:lnTo>
                <a:moveTo>
                  <a:pt x="1076325" y="84548"/>
                </a:moveTo>
                <a:lnTo>
                  <a:pt x="1076325" y="38420"/>
                </a:lnTo>
                <a:lnTo>
                  <a:pt x="1030196" y="38420"/>
                </a:lnTo>
                <a:moveTo>
                  <a:pt x="1076325" y="407446"/>
                </a:moveTo>
                <a:lnTo>
                  <a:pt x="1030196" y="407446"/>
                </a:lnTo>
                <a:moveTo>
                  <a:pt x="1076325" y="276749"/>
                </a:moveTo>
                <a:lnTo>
                  <a:pt x="1076325" y="407446"/>
                </a:lnTo>
                <a:moveTo>
                  <a:pt x="1030196" y="276749"/>
                </a:moveTo>
                <a:lnTo>
                  <a:pt x="1030196" y="407446"/>
                </a:lnTo>
                <a:moveTo>
                  <a:pt x="1030196" y="276749"/>
                </a:moveTo>
                <a:lnTo>
                  <a:pt x="1030196" y="253685"/>
                </a:lnTo>
                <a:moveTo>
                  <a:pt x="1030196" y="230621"/>
                </a:moveTo>
                <a:lnTo>
                  <a:pt x="1030196" y="253685"/>
                </a:lnTo>
                <a:moveTo>
                  <a:pt x="1030196" y="253685"/>
                </a:moveTo>
                <a:lnTo>
                  <a:pt x="753427" y="253685"/>
                </a:lnTo>
                <a:moveTo>
                  <a:pt x="1076325" y="276749"/>
                </a:moveTo>
                <a:lnTo>
                  <a:pt x="1030196" y="276749"/>
                </a:lnTo>
                <a:moveTo>
                  <a:pt x="1076325" y="230621"/>
                </a:moveTo>
                <a:lnTo>
                  <a:pt x="1076325" y="276749"/>
                </a:lnTo>
                <a:moveTo>
                  <a:pt x="1076325" y="230621"/>
                </a:moveTo>
                <a:lnTo>
                  <a:pt x="1030196" y="230621"/>
                </a:lnTo>
                <a:moveTo>
                  <a:pt x="707299" y="230621"/>
                </a:moveTo>
                <a:lnTo>
                  <a:pt x="707299" y="130677"/>
                </a:lnTo>
                <a:lnTo>
                  <a:pt x="707299" y="84548"/>
                </a:lnTo>
                <a:moveTo>
                  <a:pt x="753427" y="38420"/>
                </a:moveTo>
                <a:lnTo>
                  <a:pt x="707299" y="38420"/>
                </a:lnTo>
                <a:lnTo>
                  <a:pt x="707299" y="84548"/>
                </a:lnTo>
                <a:moveTo>
                  <a:pt x="753427" y="230621"/>
                </a:moveTo>
                <a:lnTo>
                  <a:pt x="753427" y="253685"/>
                </a:lnTo>
                <a:moveTo>
                  <a:pt x="753427" y="276749"/>
                </a:moveTo>
                <a:lnTo>
                  <a:pt x="753427" y="253685"/>
                </a:lnTo>
                <a:moveTo>
                  <a:pt x="753427" y="230621"/>
                </a:moveTo>
                <a:lnTo>
                  <a:pt x="707299" y="230621"/>
                </a:lnTo>
                <a:moveTo>
                  <a:pt x="707299" y="276749"/>
                </a:moveTo>
                <a:lnTo>
                  <a:pt x="707299" y="230621"/>
                </a:lnTo>
                <a:moveTo>
                  <a:pt x="753427" y="276749"/>
                </a:moveTo>
                <a:lnTo>
                  <a:pt x="707299" y="276749"/>
                </a:lnTo>
                <a:moveTo>
                  <a:pt x="707299" y="407446"/>
                </a:moveTo>
                <a:lnTo>
                  <a:pt x="707299" y="276749"/>
                </a:lnTo>
                <a:moveTo>
                  <a:pt x="753427" y="407446"/>
                </a:moveTo>
                <a:lnTo>
                  <a:pt x="753427" y="276749"/>
                </a:lnTo>
                <a:moveTo>
                  <a:pt x="707299" y="407446"/>
                </a:moveTo>
                <a:lnTo>
                  <a:pt x="753427" y="407446"/>
                </a:lnTo>
                <a:moveTo>
                  <a:pt x="891812" y="415134"/>
                </a:moveTo>
                <a:lnTo>
                  <a:pt x="891812" y="84548"/>
                </a:lnTo>
                <a:moveTo>
                  <a:pt x="1030196" y="38420"/>
                </a:moveTo>
                <a:lnTo>
                  <a:pt x="753427" y="38420"/>
                </a:lnTo>
                <a:moveTo>
                  <a:pt x="261393" y="453575"/>
                </a:moveTo>
                <a:lnTo>
                  <a:pt x="261393" y="415135"/>
                </a:lnTo>
                <a:lnTo>
                  <a:pt x="538162" y="415135"/>
                </a:lnTo>
                <a:lnTo>
                  <a:pt x="538162" y="453575"/>
                </a:lnTo>
                <a:close/>
                <a:moveTo>
                  <a:pt x="291065" y="347563"/>
                </a:moveTo>
                <a:cubicBezTo>
                  <a:pt x="300499" y="338004"/>
                  <a:pt x="309598" y="373832"/>
                  <a:pt x="313305" y="373841"/>
                </a:cubicBezTo>
                <a:cubicBezTo>
                  <a:pt x="317011" y="373848"/>
                  <a:pt x="322201" y="364081"/>
                  <a:pt x="328131" y="355071"/>
                </a:cubicBezTo>
                <a:cubicBezTo>
                  <a:pt x="335544" y="343809"/>
                  <a:pt x="346664" y="343809"/>
                  <a:pt x="328131" y="385103"/>
                </a:cubicBezTo>
                <a:cubicBezTo>
                  <a:pt x="323076" y="396365"/>
                  <a:pt x="324425" y="415135"/>
                  <a:pt x="324425" y="415135"/>
                </a:cubicBezTo>
                <a:lnTo>
                  <a:pt x="302185" y="415135"/>
                </a:lnTo>
                <a:cubicBezTo>
                  <a:pt x="298478" y="403875"/>
                  <a:pt x="272532" y="366340"/>
                  <a:pt x="291065" y="347563"/>
                </a:cubicBezTo>
                <a:close/>
                <a:moveTo>
                  <a:pt x="414073" y="347563"/>
                </a:moveTo>
                <a:cubicBezTo>
                  <a:pt x="423508" y="338004"/>
                  <a:pt x="432607" y="373832"/>
                  <a:pt x="436313" y="373841"/>
                </a:cubicBezTo>
                <a:cubicBezTo>
                  <a:pt x="440020" y="373848"/>
                  <a:pt x="445209" y="364081"/>
                  <a:pt x="451140" y="355071"/>
                </a:cubicBezTo>
                <a:cubicBezTo>
                  <a:pt x="458552" y="343809"/>
                  <a:pt x="469672" y="343809"/>
                  <a:pt x="451140" y="385103"/>
                </a:cubicBezTo>
                <a:cubicBezTo>
                  <a:pt x="446085" y="396365"/>
                  <a:pt x="447433" y="415135"/>
                  <a:pt x="447433" y="415135"/>
                </a:cubicBezTo>
                <a:lnTo>
                  <a:pt x="425193" y="415135"/>
                </a:lnTo>
                <a:cubicBezTo>
                  <a:pt x="421487" y="403875"/>
                  <a:pt x="395541" y="366340"/>
                  <a:pt x="414073" y="347563"/>
                </a:cubicBezTo>
                <a:close/>
                <a:moveTo>
                  <a:pt x="379681" y="362579"/>
                </a:moveTo>
                <a:cubicBezTo>
                  <a:pt x="392919" y="377184"/>
                  <a:pt x="374386" y="406377"/>
                  <a:pt x="371738" y="415135"/>
                </a:cubicBezTo>
                <a:lnTo>
                  <a:pt x="355853" y="415135"/>
                </a:lnTo>
                <a:cubicBezTo>
                  <a:pt x="355853" y="415135"/>
                  <a:pt x="356816" y="400536"/>
                  <a:pt x="353206" y="391777"/>
                </a:cubicBezTo>
                <a:cubicBezTo>
                  <a:pt x="339968" y="359659"/>
                  <a:pt x="347911" y="359659"/>
                  <a:pt x="353206" y="368418"/>
                </a:cubicBezTo>
                <a:cubicBezTo>
                  <a:pt x="357442" y="375426"/>
                  <a:pt x="361148" y="383023"/>
                  <a:pt x="363796" y="383017"/>
                </a:cubicBezTo>
                <a:cubicBezTo>
                  <a:pt x="366444" y="383011"/>
                  <a:pt x="372942" y="355144"/>
                  <a:pt x="379681" y="362579"/>
                </a:cubicBezTo>
                <a:close/>
                <a:moveTo>
                  <a:pt x="502689" y="362579"/>
                </a:moveTo>
                <a:cubicBezTo>
                  <a:pt x="515927" y="377184"/>
                  <a:pt x="497395" y="406377"/>
                  <a:pt x="494747" y="415135"/>
                </a:cubicBezTo>
                <a:lnTo>
                  <a:pt x="478862" y="415135"/>
                </a:lnTo>
                <a:cubicBezTo>
                  <a:pt x="478862" y="415135"/>
                  <a:pt x="479824" y="400536"/>
                  <a:pt x="476214" y="391777"/>
                </a:cubicBezTo>
                <a:cubicBezTo>
                  <a:pt x="462976" y="359659"/>
                  <a:pt x="470919" y="359659"/>
                  <a:pt x="476214" y="368418"/>
                </a:cubicBezTo>
                <a:cubicBezTo>
                  <a:pt x="480450" y="375426"/>
                  <a:pt x="484157" y="383023"/>
                  <a:pt x="486804" y="383017"/>
                </a:cubicBezTo>
                <a:cubicBezTo>
                  <a:pt x="489452" y="383011"/>
                  <a:pt x="495951" y="355144"/>
                  <a:pt x="502689" y="362579"/>
                </a:cubicBezTo>
                <a:close/>
                <a:moveTo>
                  <a:pt x="753427" y="453575"/>
                </a:moveTo>
                <a:lnTo>
                  <a:pt x="753427" y="415135"/>
                </a:lnTo>
                <a:lnTo>
                  <a:pt x="1030196" y="415135"/>
                </a:lnTo>
                <a:lnTo>
                  <a:pt x="1030196" y="453575"/>
                </a:lnTo>
                <a:close/>
                <a:moveTo>
                  <a:pt x="783099" y="347563"/>
                </a:moveTo>
                <a:cubicBezTo>
                  <a:pt x="792534" y="338004"/>
                  <a:pt x="801633" y="373832"/>
                  <a:pt x="805339" y="373841"/>
                </a:cubicBezTo>
                <a:cubicBezTo>
                  <a:pt x="809045" y="373848"/>
                  <a:pt x="814235" y="364081"/>
                  <a:pt x="820165" y="355071"/>
                </a:cubicBezTo>
                <a:cubicBezTo>
                  <a:pt x="827578" y="343809"/>
                  <a:pt x="838698" y="343809"/>
                  <a:pt x="820165" y="385103"/>
                </a:cubicBezTo>
                <a:cubicBezTo>
                  <a:pt x="815110" y="396365"/>
                  <a:pt x="816459" y="415135"/>
                  <a:pt x="816459" y="415135"/>
                </a:cubicBezTo>
                <a:lnTo>
                  <a:pt x="794219" y="415135"/>
                </a:lnTo>
                <a:cubicBezTo>
                  <a:pt x="790513" y="403875"/>
                  <a:pt x="764566" y="366340"/>
                  <a:pt x="783099" y="347563"/>
                </a:cubicBezTo>
                <a:close/>
                <a:moveTo>
                  <a:pt x="906108" y="347563"/>
                </a:moveTo>
                <a:cubicBezTo>
                  <a:pt x="915542" y="338004"/>
                  <a:pt x="924641" y="373832"/>
                  <a:pt x="928348" y="373841"/>
                </a:cubicBezTo>
                <a:cubicBezTo>
                  <a:pt x="932054" y="373848"/>
                  <a:pt x="937243" y="364081"/>
                  <a:pt x="943174" y="355071"/>
                </a:cubicBezTo>
                <a:cubicBezTo>
                  <a:pt x="950587" y="343809"/>
                  <a:pt x="961707" y="343809"/>
                  <a:pt x="943174" y="385103"/>
                </a:cubicBezTo>
                <a:cubicBezTo>
                  <a:pt x="938119" y="396365"/>
                  <a:pt x="939468" y="415135"/>
                  <a:pt x="939468" y="415135"/>
                </a:cubicBezTo>
                <a:lnTo>
                  <a:pt x="917228" y="415135"/>
                </a:lnTo>
                <a:cubicBezTo>
                  <a:pt x="913521" y="403875"/>
                  <a:pt x="887575" y="366340"/>
                  <a:pt x="906108" y="347563"/>
                </a:cubicBezTo>
                <a:close/>
                <a:moveTo>
                  <a:pt x="871715" y="362579"/>
                </a:moveTo>
                <a:cubicBezTo>
                  <a:pt x="884953" y="377184"/>
                  <a:pt x="866420" y="406377"/>
                  <a:pt x="863773" y="415135"/>
                </a:cubicBezTo>
                <a:lnTo>
                  <a:pt x="847888" y="415135"/>
                </a:lnTo>
                <a:cubicBezTo>
                  <a:pt x="847888" y="415135"/>
                  <a:pt x="848850" y="400536"/>
                  <a:pt x="845240" y="391777"/>
                </a:cubicBezTo>
                <a:cubicBezTo>
                  <a:pt x="832002" y="359659"/>
                  <a:pt x="839945" y="359659"/>
                  <a:pt x="845240" y="368418"/>
                </a:cubicBezTo>
                <a:cubicBezTo>
                  <a:pt x="849476" y="375426"/>
                  <a:pt x="853182" y="383023"/>
                  <a:pt x="855830" y="383017"/>
                </a:cubicBezTo>
                <a:cubicBezTo>
                  <a:pt x="858478" y="383011"/>
                  <a:pt x="864977" y="355144"/>
                  <a:pt x="871715" y="362579"/>
                </a:cubicBezTo>
                <a:close/>
                <a:moveTo>
                  <a:pt x="994724" y="362579"/>
                </a:moveTo>
                <a:cubicBezTo>
                  <a:pt x="1007962" y="377184"/>
                  <a:pt x="989429" y="406377"/>
                  <a:pt x="986781" y="415135"/>
                </a:cubicBezTo>
                <a:lnTo>
                  <a:pt x="970896" y="415135"/>
                </a:lnTo>
                <a:cubicBezTo>
                  <a:pt x="970896" y="415135"/>
                  <a:pt x="971859" y="400536"/>
                  <a:pt x="968248" y="391777"/>
                </a:cubicBezTo>
                <a:cubicBezTo>
                  <a:pt x="955010" y="359659"/>
                  <a:pt x="962954" y="359659"/>
                  <a:pt x="968248" y="368418"/>
                </a:cubicBezTo>
                <a:cubicBezTo>
                  <a:pt x="972485" y="375426"/>
                  <a:pt x="976191" y="383023"/>
                  <a:pt x="978839" y="383017"/>
                </a:cubicBezTo>
                <a:cubicBezTo>
                  <a:pt x="981487" y="383011"/>
                  <a:pt x="987985" y="355144"/>
                  <a:pt x="994724" y="362579"/>
                </a:cubicBezTo>
                <a:close/>
              </a:path>
            </a:pathLst>
          </a:custGeom>
          <a:noFill/>
          <a:ln w="576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26205" y="3362264"/>
            <a:ext cx="1291590" cy="568871"/>
          </a:xfrm>
          <a:custGeom>
            <a:avLst/>
            <a:gdLst/>
            <a:ahLst/>
            <a:cxnLst/>
            <a:rect l="0" t="0" r="0" b="0"/>
            <a:pathLst>
              <a:path w="1291590" h="568871">
                <a:moveTo>
                  <a:pt x="1291590" y="476621"/>
                </a:moveTo>
                <a:lnTo>
                  <a:pt x="1291590" y="568871"/>
                </a:lnTo>
                <a:lnTo>
                  <a:pt x="92259" y="568871"/>
                </a:lnTo>
                <a:lnTo>
                  <a:pt x="69189" y="538124"/>
                </a:lnTo>
                <a:lnTo>
                  <a:pt x="30756" y="561184"/>
                </a:lnTo>
                <a:lnTo>
                  <a:pt x="11534" y="553497"/>
                </a:lnTo>
                <a:lnTo>
                  <a:pt x="0" y="522751"/>
                </a:lnTo>
                <a:lnTo>
                  <a:pt x="0" y="476621"/>
                </a:lnTo>
                <a:lnTo>
                  <a:pt x="99355" y="476621"/>
                </a:lnTo>
                <a:lnTo>
                  <a:pt x="99355" y="0"/>
                </a:lnTo>
                <a:lnTo>
                  <a:pt x="1192234" y="0"/>
                </a:lnTo>
                <a:lnTo>
                  <a:pt x="1192234" y="476621"/>
                </a:lnTo>
                <a:lnTo>
                  <a:pt x="1291590" y="476621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26204" y="3362264"/>
            <a:ext cx="1291590" cy="568875"/>
          </a:xfrm>
          <a:custGeom>
            <a:avLst/>
            <a:gdLst/>
            <a:ahLst/>
            <a:cxnLst/>
            <a:rect l="0" t="0" r="0" b="0"/>
            <a:pathLst>
              <a:path w="1291590" h="568875">
                <a:moveTo>
                  <a:pt x="99353" y="476619"/>
                </a:moveTo>
                <a:lnTo>
                  <a:pt x="99353" y="0"/>
                </a:lnTo>
                <a:lnTo>
                  <a:pt x="1192236" y="0"/>
                </a:lnTo>
                <a:lnTo>
                  <a:pt x="1192236" y="476619"/>
                </a:lnTo>
                <a:close/>
                <a:moveTo>
                  <a:pt x="190919" y="0"/>
                </a:moveTo>
                <a:lnTo>
                  <a:pt x="99944" y="0"/>
                </a:lnTo>
                <a:cubicBezTo>
                  <a:pt x="99944" y="6057"/>
                  <a:pt x="101120" y="12055"/>
                  <a:pt x="103407" y="17652"/>
                </a:cubicBezTo>
                <a:cubicBezTo>
                  <a:pt x="105692" y="23249"/>
                  <a:pt x="109043" y="28334"/>
                  <a:pt x="113267" y="32617"/>
                </a:cubicBezTo>
                <a:cubicBezTo>
                  <a:pt x="117491" y="36901"/>
                  <a:pt x="122505" y="40298"/>
                  <a:pt x="128025" y="42617"/>
                </a:cubicBezTo>
                <a:cubicBezTo>
                  <a:pt x="133543" y="44935"/>
                  <a:pt x="139458" y="46128"/>
                  <a:pt x="145432" y="46128"/>
                </a:cubicBezTo>
                <a:cubicBezTo>
                  <a:pt x="151405" y="46128"/>
                  <a:pt x="157320" y="44935"/>
                  <a:pt x="162839" y="42617"/>
                </a:cubicBezTo>
                <a:cubicBezTo>
                  <a:pt x="168358" y="40298"/>
                  <a:pt x="173372" y="36901"/>
                  <a:pt x="177596" y="32617"/>
                </a:cubicBezTo>
                <a:cubicBezTo>
                  <a:pt x="181820" y="28334"/>
                  <a:pt x="185170" y="23249"/>
                  <a:pt x="187457" y="17652"/>
                </a:cubicBezTo>
                <a:cubicBezTo>
                  <a:pt x="189743" y="12055"/>
                  <a:pt x="190919" y="6057"/>
                  <a:pt x="190919" y="0"/>
                </a:cubicBezTo>
                <a:close/>
                <a:moveTo>
                  <a:pt x="281894" y="0"/>
                </a:moveTo>
                <a:lnTo>
                  <a:pt x="190919" y="0"/>
                </a:lnTo>
                <a:cubicBezTo>
                  <a:pt x="190919" y="6057"/>
                  <a:pt x="192096" y="12055"/>
                  <a:pt x="194382" y="17652"/>
                </a:cubicBezTo>
                <a:cubicBezTo>
                  <a:pt x="196668" y="23249"/>
                  <a:pt x="200018" y="28334"/>
                  <a:pt x="204242" y="32617"/>
                </a:cubicBezTo>
                <a:cubicBezTo>
                  <a:pt x="208466" y="36901"/>
                  <a:pt x="213480" y="40298"/>
                  <a:pt x="218999" y="42617"/>
                </a:cubicBezTo>
                <a:cubicBezTo>
                  <a:pt x="224518" y="44935"/>
                  <a:pt x="230433" y="46128"/>
                  <a:pt x="236407" y="46128"/>
                </a:cubicBezTo>
                <a:cubicBezTo>
                  <a:pt x="242380" y="46128"/>
                  <a:pt x="248295" y="44935"/>
                  <a:pt x="253814" y="42617"/>
                </a:cubicBezTo>
                <a:cubicBezTo>
                  <a:pt x="259333" y="40298"/>
                  <a:pt x="264347" y="36901"/>
                  <a:pt x="268571" y="32617"/>
                </a:cubicBezTo>
                <a:cubicBezTo>
                  <a:pt x="272795" y="28334"/>
                  <a:pt x="276145" y="23249"/>
                  <a:pt x="278432" y="17652"/>
                </a:cubicBezTo>
                <a:cubicBezTo>
                  <a:pt x="280717" y="12055"/>
                  <a:pt x="281894" y="6057"/>
                  <a:pt x="281894" y="0"/>
                </a:cubicBezTo>
                <a:close/>
                <a:moveTo>
                  <a:pt x="372869" y="0"/>
                </a:moveTo>
                <a:lnTo>
                  <a:pt x="281894" y="0"/>
                </a:lnTo>
                <a:cubicBezTo>
                  <a:pt x="281894" y="6057"/>
                  <a:pt x="283071" y="12055"/>
                  <a:pt x="285356" y="17652"/>
                </a:cubicBezTo>
                <a:cubicBezTo>
                  <a:pt x="287643" y="23249"/>
                  <a:pt x="290993" y="28334"/>
                  <a:pt x="295217" y="32617"/>
                </a:cubicBezTo>
                <a:cubicBezTo>
                  <a:pt x="299441" y="36901"/>
                  <a:pt x="304456" y="40298"/>
                  <a:pt x="309974" y="42617"/>
                </a:cubicBezTo>
                <a:cubicBezTo>
                  <a:pt x="315493" y="44935"/>
                  <a:pt x="321408" y="46128"/>
                  <a:pt x="327381" y="46128"/>
                </a:cubicBezTo>
                <a:cubicBezTo>
                  <a:pt x="333355" y="46128"/>
                  <a:pt x="339270" y="44935"/>
                  <a:pt x="344789" y="42617"/>
                </a:cubicBezTo>
                <a:cubicBezTo>
                  <a:pt x="350308" y="40298"/>
                  <a:pt x="355322" y="36901"/>
                  <a:pt x="359546" y="32617"/>
                </a:cubicBezTo>
                <a:cubicBezTo>
                  <a:pt x="363770" y="28334"/>
                  <a:pt x="367121" y="23249"/>
                  <a:pt x="369407" y="17652"/>
                </a:cubicBezTo>
                <a:cubicBezTo>
                  <a:pt x="371693" y="12055"/>
                  <a:pt x="372869" y="6057"/>
                  <a:pt x="372869" y="0"/>
                </a:cubicBezTo>
                <a:close/>
                <a:moveTo>
                  <a:pt x="463844" y="0"/>
                </a:moveTo>
                <a:lnTo>
                  <a:pt x="372869" y="0"/>
                </a:lnTo>
                <a:cubicBezTo>
                  <a:pt x="372869" y="6057"/>
                  <a:pt x="374046" y="12055"/>
                  <a:pt x="376332" y="17652"/>
                </a:cubicBezTo>
                <a:cubicBezTo>
                  <a:pt x="378618" y="23249"/>
                  <a:pt x="381968" y="28334"/>
                  <a:pt x="386193" y="32617"/>
                </a:cubicBezTo>
                <a:cubicBezTo>
                  <a:pt x="390416" y="36901"/>
                  <a:pt x="395431" y="40298"/>
                  <a:pt x="400950" y="42617"/>
                </a:cubicBezTo>
                <a:cubicBezTo>
                  <a:pt x="406468" y="44935"/>
                  <a:pt x="412383" y="46128"/>
                  <a:pt x="418357" y="46128"/>
                </a:cubicBezTo>
                <a:cubicBezTo>
                  <a:pt x="424331" y="46128"/>
                  <a:pt x="430245" y="44935"/>
                  <a:pt x="435764" y="42617"/>
                </a:cubicBezTo>
                <a:cubicBezTo>
                  <a:pt x="441283" y="40298"/>
                  <a:pt x="446298" y="36901"/>
                  <a:pt x="450521" y="32617"/>
                </a:cubicBezTo>
                <a:cubicBezTo>
                  <a:pt x="454745" y="28334"/>
                  <a:pt x="458096" y="23249"/>
                  <a:pt x="460382" y="17652"/>
                </a:cubicBezTo>
                <a:cubicBezTo>
                  <a:pt x="462668" y="12055"/>
                  <a:pt x="463844" y="6057"/>
                  <a:pt x="463844" y="0"/>
                </a:cubicBezTo>
                <a:close/>
                <a:moveTo>
                  <a:pt x="554820" y="0"/>
                </a:moveTo>
                <a:lnTo>
                  <a:pt x="463844" y="0"/>
                </a:lnTo>
                <a:cubicBezTo>
                  <a:pt x="463844" y="6057"/>
                  <a:pt x="465021" y="12055"/>
                  <a:pt x="467307" y="17652"/>
                </a:cubicBezTo>
                <a:cubicBezTo>
                  <a:pt x="469593" y="23249"/>
                  <a:pt x="472944" y="28334"/>
                  <a:pt x="477167" y="32617"/>
                </a:cubicBezTo>
                <a:cubicBezTo>
                  <a:pt x="481391" y="36901"/>
                  <a:pt x="486405" y="40298"/>
                  <a:pt x="491925" y="42617"/>
                </a:cubicBezTo>
                <a:cubicBezTo>
                  <a:pt x="497443" y="44935"/>
                  <a:pt x="503358" y="46128"/>
                  <a:pt x="509332" y="46128"/>
                </a:cubicBezTo>
                <a:cubicBezTo>
                  <a:pt x="515306" y="46128"/>
                  <a:pt x="521221" y="44935"/>
                  <a:pt x="526739" y="42617"/>
                </a:cubicBezTo>
                <a:cubicBezTo>
                  <a:pt x="532258" y="40298"/>
                  <a:pt x="537273" y="36901"/>
                  <a:pt x="541496" y="32617"/>
                </a:cubicBezTo>
                <a:cubicBezTo>
                  <a:pt x="545720" y="28334"/>
                  <a:pt x="549071" y="23249"/>
                  <a:pt x="551357" y="17652"/>
                </a:cubicBezTo>
                <a:cubicBezTo>
                  <a:pt x="553643" y="12055"/>
                  <a:pt x="554820" y="6057"/>
                  <a:pt x="554820" y="0"/>
                </a:cubicBezTo>
                <a:close/>
                <a:moveTo>
                  <a:pt x="645795" y="0"/>
                </a:moveTo>
                <a:lnTo>
                  <a:pt x="554820" y="0"/>
                </a:lnTo>
                <a:cubicBezTo>
                  <a:pt x="554820" y="6057"/>
                  <a:pt x="555996" y="12055"/>
                  <a:pt x="558282" y="17652"/>
                </a:cubicBezTo>
                <a:cubicBezTo>
                  <a:pt x="560568" y="23249"/>
                  <a:pt x="563918" y="28334"/>
                  <a:pt x="568142" y="32617"/>
                </a:cubicBezTo>
                <a:cubicBezTo>
                  <a:pt x="572366" y="36901"/>
                  <a:pt x="577381" y="40298"/>
                  <a:pt x="582899" y="42617"/>
                </a:cubicBezTo>
                <a:cubicBezTo>
                  <a:pt x="588419" y="44935"/>
                  <a:pt x="594333" y="46128"/>
                  <a:pt x="600307" y="46128"/>
                </a:cubicBezTo>
                <a:cubicBezTo>
                  <a:pt x="606280" y="46128"/>
                  <a:pt x="612195" y="44935"/>
                  <a:pt x="617714" y="42617"/>
                </a:cubicBezTo>
                <a:cubicBezTo>
                  <a:pt x="623233" y="40298"/>
                  <a:pt x="628247" y="36901"/>
                  <a:pt x="632472" y="32617"/>
                </a:cubicBezTo>
                <a:cubicBezTo>
                  <a:pt x="636696" y="28334"/>
                  <a:pt x="640046" y="23249"/>
                  <a:pt x="642332" y="17652"/>
                </a:cubicBezTo>
                <a:cubicBezTo>
                  <a:pt x="644618" y="12055"/>
                  <a:pt x="645795" y="6057"/>
                  <a:pt x="645795" y="0"/>
                </a:cubicBezTo>
                <a:close/>
                <a:moveTo>
                  <a:pt x="736769" y="0"/>
                </a:moveTo>
                <a:lnTo>
                  <a:pt x="645795" y="0"/>
                </a:lnTo>
                <a:cubicBezTo>
                  <a:pt x="645795" y="6057"/>
                  <a:pt x="646971" y="12055"/>
                  <a:pt x="649257" y="17652"/>
                </a:cubicBezTo>
                <a:cubicBezTo>
                  <a:pt x="651543" y="23249"/>
                  <a:pt x="654893" y="28334"/>
                  <a:pt x="659117" y="32617"/>
                </a:cubicBezTo>
                <a:cubicBezTo>
                  <a:pt x="663342" y="36901"/>
                  <a:pt x="668356" y="40298"/>
                  <a:pt x="673875" y="42617"/>
                </a:cubicBezTo>
                <a:cubicBezTo>
                  <a:pt x="679394" y="44935"/>
                  <a:pt x="685309" y="46128"/>
                  <a:pt x="691282" y="46128"/>
                </a:cubicBezTo>
                <a:cubicBezTo>
                  <a:pt x="697256" y="46128"/>
                  <a:pt x="703170" y="44935"/>
                  <a:pt x="708690" y="42617"/>
                </a:cubicBezTo>
                <a:cubicBezTo>
                  <a:pt x="714208" y="40298"/>
                  <a:pt x="719223" y="36901"/>
                  <a:pt x="723447" y="32617"/>
                </a:cubicBezTo>
                <a:cubicBezTo>
                  <a:pt x="727671" y="28334"/>
                  <a:pt x="731021" y="23249"/>
                  <a:pt x="733308" y="17652"/>
                </a:cubicBezTo>
                <a:cubicBezTo>
                  <a:pt x="735593" y="12055"/>
                  <a:pt x="736769" y="6057"/>
                  <a:pt x="736769" y="0"/>
                </a:cubicBezTo>
                <a:close/>
                <a:moveTo>
                  <a:pt x="827745" y="0"/>
                </a:moveTo>
                <a:lnTo>
                  <a:pt x="736769" y="0"/>
                </a:lnTo>
                <a:cubicBezTo>
                  <a:pt x="736769" y="6057"/>
                  <a:pt x="737946" y="12055"/>
                  <a:pt x="740232" y="17652"/>
                </a:cubicBezTo>
                <a:cubicBezTo>
                  <a:pt x="742518" y="23249"/>
                  <a:pt x="745869" y="28334"/>
                  <a:pt x="750093" y="32617"/>
                </a:cubicBezTo>
                <a:cubicBezTo>
                  <a:pt x="754317" y="36901"/>
                  <a:pt x="759331" y="40298"/>
                  <a:pt x="764850" y="42617"/>
                </a:cubicBezTo>
                <a:cubicBezTo>
                  <a:pt x="770368" y="44935"/>
                  <a:pt x="776284" y="46128"/>
                  <a:pt x="782257" y="46128"/>
                </a:cubicBezTo>
                <a:cubicBezTo>
                  <a:pt x="788231" y="46128"/>
                  <a:pt x="794146" y="44935"/>
                  <a:pt x="799664" y="42617"/>
                </a:cubicBezTo>
                <a:cubicBezTo>
                  <a:pt x="805183" y="40298"/>
                  <a:pt x="810198" y="36901"/>
                  <a:pt x="814422" y="32617"/>
                </a:cubicBezTo>
                <a:cubicBezTo>
                  <a:pt x="818645" y="28334"/>
                  <a:pt x="821996" y="23249"/>
                  <a:pt x="824282" y="17652"/>
                </a:cubicBezTo>
                <a:cubicBezTo>
                  <a:pt x="826568" y="12055"/>
                  <a:pt x="827745" y="6057"/>
                  <a:pt x="827745" y="0"/>
                </a:cubicBezTo>
                <a:close/>
                <a:moveTo>
                  <a:pt x="918720" y="0"/>
                </a:moveTo>
                <a:lnTo>
                  <a:pt x="827745" y="0"/>
                </a:lnTo>
                <a:cubicBezTo>
                  <a:pt x="827745" y="6057"/>
                  <a:pt x="828921" y="12055"/>
                  <a:pt x="831207" y="17652"/>
                </a:cubicBezTo>
                <a:cubicBezTo>
                  <a:pt x="833493" y="23249"/>
                  <a:pt x="836844" y="28334"/>
                  <a:pt x="841068" y="32617"/>
                </a:cubicBezTo>
                <a:cubicBezTo>
                  <a:pt x="845291" y="36901"/>
                  <a:pt x="850306" y="40298"/>
                  <a:pt x="855825" y="42617"/>
                </a:cubicBezTo>
                <a:cubicBezTo>
                  <a:pt x="861344" y="44935"/>
                  <a:pt x="867258" y="46128"/>
                  <a:pt x="873232" y="46128"/>
                </a:cubicBezTo>
                <a:cubicBezTo>
                  <a:pt x="879206" y="46128"/>
                  <a:pt x="885121" y="44935"/>
                  <a:pt x="890639" y="42617"/>
                </a:cubicBezTo>
                <a:cubicBezTo>
                  <a:pt x="896159" y="40298"/>
                  <a:pt x="901173" y="36901"/>
                  <a:pt x="905396" y="32617"/>
                </a:cubicBezTo>
                <a:cubicBezTo>
                  <a:pt x="909621" y="28334"/>
                  <a:pt x="912971" y="23249"/>
                  <a:pt x="915257" y="17652"/>
                </a:cubicBezTo>
                <a:cubicBezTo>
                  <a:pt x="917544" y="12055"/>
                  <a:pt x="918720" y="6057"/>
                  <a:pt x="918720" y="0"/>
                </a:cubicBezTo>
                <a:close/>
                <a:moveTo>
                  <a:pt x="1009695" y="0"/>
                </a:moveTo>
                <a:lnTo>
                  <a:pt x="918720" y="0"/>
                </a:lnTo>
                <a:cubicBezTo>
                  <a:pt x="918720" y="6057"/>
                  <a:pt x="919896" y="12055"/>
                  <a:pt x="922183" y="17652"/>
                </a:cubicBezTo>
                <a:cubicBezTo>
                  <a:pt x="924468" y="23249"/>
                  <a:pt x="927819" y="28334"/>
                  <a:pt x="932043" y="32617"/>
                </a:cubicBezTo>
                <a:cubicBezTo>
                  <a:pt x="936267" y="36901"/>
                  <a:pt x="941281" y="40298"/>
                  <a:pt x="946800" y="42617"/>
                </a:cubicBezTo>
                <a:cubicBezTo>
                  <a:pt x="952319" y="44935"/>
                  <a:pt x="958234" y="46128"/>
                  <a:pt x="964208" y="46128"/>
                </a:cubicBezTo>
                <a:cubicBezTo>
                  <a:pt x="970181" y="46128"/>
                  <a:pt x="976096" y="44935"/>
                  <a:pt x="981615" y="42617"/>
                </a:cubicBezTo>
                <a:cubicBezTo>
                  <a:pt x="987133" y="40298"/>
                  <a:pt x="992148" y="36901"/>
                  <a:pt x="996372" y="32617"/>
                </a:cubicBezTo>
                <a:cubicBezTo>
                  <a:pt x="1000596" y="28334"/>
                  <a:pt x="1003946" y="23249"/>
                  <a:pt x="1006233" y="17652"/>
                </a:cubicBezTo>
                <a:cubicBezTo>
                  <a:pt x="1008518" y="12055"/>
                  <a:pt x="1009695" y="6057"/>
                  <a:pt x="1009695" y="0"/>
                </a:cubicBezTo>
                <a:close/>
                <a:moveTo>
                  <a:pt x="1100670" y="0"/>
                </a:moveTo>
                <a:lnTo>
                  <a:pt x="1009695" y="0"/>
                </a:lnTo>
                <a:cubicBezTo>
                  <a:pt x="1009695" y="6057"/>
                  <a:pt x="1010872" y="12055"/>
                  <a:pt x="1013157" y="17652"/>
                </a:cubicBezTo>
                <a:cubicBezTo>
                  <a:pt x="1015444" y="23249"/>
                  <a:pt x="1018794" y="28334"/>
                  <a:pt x="1023018" y="32617"/>
                </a:cubicBezTo>
                <a:cubicBezTo>
                  <a:pt x="1027242" y="36901"/>
                  <a:pt x="1032257" y="40298"/>
                  <a:pt x="1037775" y="42617"/>
                </a:cubicBezTo>
                <a:cubicBezTo>
                  <a:pt x="1043294" y="44935"/>
                  <a:pt x="1049209" y="46128"/>
                  <a:pt x="1055182" y="46128"/>
                </a:cubicBezTo>
                <a:cubicBezTo>
                  <a:pt x="1061156" y="46128"/>
                  <a:pt x="1067071" y="44935"/>
                  <a:pt x="1072590" y="42617"/>
                </a:cubicBezTo>
                <a:cubicBezTo>
                  <a:pt x="1078108" y="40298"/>
                  <a:pt x="1083123" y="36901"/>
                  <a:pt x="1087347" y="32617"/>
                </a:cubicBezTo>
                <a:cubicBezTo>
                  <a:pt x="1091571" y="28334"/>
                  <a:pt x="1094921" y="23249"/>
                  <a:pt x="1097208" y="17652"/>
                </a:cubicBezTo>
                <a:cubicBezTo>
                  <a:pt x="1099493" y="12055"/>
                  <a:pt x="1100670" y="6057"/>
                  <a:pt x="1100670" y="0"/>
                </a:cubicBezTo>
                <a:close/>
                <a:moveTo>
                  <a:pt x="1191645" y="0"/>
                </a:moveTo>
                <a:lnTo>
                  <a:pt x="1100670" y="0"/>
                </a:lnTo>
                <a:cubicBezTo>
                  <a:pt x="1100670" y="6057"/>
                  <a:pt x="1101847" y="12055"/>
                  <a:pt x="1104132" y="17652"/>
                </a:cubicBezTo>
                <a:cubicBezTo>
                  <a:pt x="1106419" y="23249"/>
                  <a:pt x="1109769" y="28334"/>
                  <a:pt x="1113993" y="32617"/>
                </a:cubicBezTo>
                <a:cubicBezTo>
                  <a:pt x="1118217" y="36901"/>
                  <a:pt x="1123232" y="40298"/>
                  <a:pt x="1128750" y="42617"/>
                </a:cubicBezTo>
                <a:cubicBezTo>
                  <a:pt x="1134269" y="44935"/>
                  <a:pt x="1140184" y="46128"/>
                  <a:pt x="1146157" y="46128"/>
                </a:cubicBezTo>
                <a:cubicBezTo>
                  <a:pt x="1152131" y="46128"/>
                  <a:pt x="1158046" y="44935"/>
                  <a:pt x="1163565" y="42617"/>
                </a:cubicBezTo>
                <a:cubicBezTo>
                  <a:pt x="1169084" y="40298"/>
                  <a:pt x="1174098" y="36901"/>
                  <a:pt x="1178323" y="32617"/>
                </a:cubicBezTo>
                <a:cubicBezTo>
                  <a:pt x="1182546" y="28334"/>
                  <a:pt x="1185897" y="23249"/>
                  <a:pt x="1188182" y="17652"/>
                </a:cubicBezTo>
                <a:cubicBezTo>
                  <a:pt x="1190469" y="12055"/>
                  <a:pt x="1191645" y="6057"/>
                  <a:pt x="1191645" y="0"/>
                </a:cubicBezTo>
                <a:close/>
                <a:moveTo>
                  <a:pt x="276769" y="53796"/>
                </a:moveTo>
                <a:lnTo>
                  <a:pt x="184512" y="53796"/>
                </a:lnTo>
                <a:lnTo>
                  <a:pt x="184512" y="146053"/>
                </a:lnTo>
                <a:lnTo>
                  <a:pt x="184512" y="238309"/>
                </a:lnTo>
                <a:lnTo>
                  <a:pt x="184512" y="330566"/>
                </a:lnTo>
                <a:lnTo>
                  <a:pt x="184512" y="422822"/>
                </a:lnTo>
                <a:lnTo>
                  <a:pt x="276769" y="422822"/>
                </a:lnTo>
                <a:lnTo>
                  <a:pt x="369025" y="422822"/>
                </a:lnTo>
                <a:lnTo>
                  <a:pt x="369025" y="330566"/>
                </a:lnTo>
                <a:lnTo>
                  <a:pt x="369025" y="238309"/>
                </a:lnTo>
                <a:lnTo>
                  <a:pt x="369025" y="146053"/>
                </a:lnTo>
                <a:lnTo>
                  <a:pt x="369025" y="53796"/>
                </a:lnTo>
                <a:close/>
                <a:moveTo>
                  <a:pt x="276769" y="53796"/>
                </a:moveTo>
                <a:lnTo>
                  <a:pt x="276769" y="146053"/>
                </a:lnTo>
                <a:moveTo>
                  <a:pt x="276769" y="422822"/>
                </a:moveTo>
                <a:lnTo>
                  <a:pt x="276769" y="146053"/>
                </a:lnTo>
                <a:moveTo>
                  <a:pt x="184512" y="146053"/>
                </a:moveTo>
                <a:lnTo>
                  <a:pt x="276769" y="146053"/>
                </a:lnTo>
                <a:moveTo>
                  <a:pt x="276769" y="146053"/>
                </a:moveTo>
                <a:lnTo>
                  <a:pt x="369025" y="146053"/>
                </a:lnTo>
                <a:moveTo>
                  <a:pt x="184512" y="238309"/>
                </a:moveTo>
                <a:lnTo>
                  <a:pt x="369025" y="238309"/>
                </a:lnTo>
                <a:moveTo>
                  <a:pt x="184512" y="330566"/>
                </a:moveTo>
                <a:lnTo>
                  <a:pt x="369025" y="330566"/>
                </a:lnTo>
                <a:moveTo>
                  <a:pt x="645795" y="53796"/>
                </a:moveTo>
                <a:lnTo>
                  <a:pt x="553538" y="53796"/>
                </a:lnTo>
                <a:lnTo>
                  <a:pt x="553538" y="146053"/>
                </a:lnTo>
                <a:lnTo>
                  <a:pt x="553538" y="238309"/>
                </a:lnTo>
                <a:lnTo>
                  <a:pt x="553538" y="330566"/>
                </a:lnTo>
                <a:lnTo>
                  <a:pt x="553538" y="422822"/>
                </a:lnTo>
                <a:lnTo>
                  <a:pt x="645795" y="422822"/>
                </a:lnTo>
                <a:lnTo>
                  <a:pt x="738051" y="422822"/>
                </a:lnTo>
                <a:lnTo>
                  <a:pt x="738051" y="330566"/>
                </a:lnTo>
                <a:lnTo>
                  <a:pt x="738051" y="238309"/>
                </a:lnTo>
                <a:lnTo>
                  <a:pt x="738051" y="146053"/>
                </a:lnTo>
                <a:lnTo>
                  <a:pt x="738051" y="53796"/>
                </a:lnTo>
                <a:close/>
                <a:moveTo>
                  <a:pt x="645795" y="53796"/>
                </a:moveTo>
                <a:lnTo>
                  <a:pt x="645795" y="146053"/>
                </a:lnTo>
                <a:moveTo>
                  <a:pt x="645795" y="422822"/>
                </a:moveTo>
                <a:lnTo>
                  <a:pt x="645795" y="146053"/>
                </a:lnTo>
                <a:moveTo>
                  <a:pt x="553538" y="146053"/>
                </a:moveTo>
                <a:lnTo>
                  <a:pt x="645795" y="146053"/>
                </a:lnTo>
                <a:moveTo>
                  <a:pt x="645795" y="146053"/>
                </a:moveTo>
                <a:lnTo>
                  <a:pt x="738051" y="146053"/>
                </a:lnTo>
                <a:moveTo>
                  <a:pt x="553538" y="238309"/>
                </a:moveTo>
                <a:lnTo>
                  <a:pt x="738051" y="238309"/>
                </a:lnTo>
                <a:moveTo>
                  <a:pt x="553538" y="330566"/>
                </a:moveTo>
                <a:lnTo>
                  <a:pt x="738051" y="330566"/>
                </a:lnTo>
                <a:moveTo>
                  <a:pt x="1014820" y="53796"/>
                </a:moveTo>
                <a:lnTo>
                  <a:pt x="922564" y="53796"/>
                </a:lnTo>
                <a:lnTo>
                  <a:pt x="922564" y="146053"/>
                </a:lnTo>
                <a:lnTo>
                  <a:pt x="922564" y="238309"/>
                </a:lnTo>
                <a:lnTo>
                  <a:pt x="922564" y="330566"/>
                </a:lnTo>
                <a:lnTo>
                  <a:pt x="922564" y="422822"/>
                </a:lnTo>
                <a:lnTo>
                  <a:pt x="1014820" y="422822"/>
                </a:lnTo>
                <a:lnTo>
                  <a:pt x="1107077" y="422822"/>
                </a:lnTo>
                <a:lnTo>
                  <a:pt x="1107077" y="330566"/>
                </a:lnTo>
                <a:lnTo>
                  <a:pt x="1107077" y="238309"/>
                </a:lnTo>
                <a:lnTo>
                  <a:pt x="1107077" y="146053"/>
                </a:lnTo>
                <a:lnTo>
                  <a:pt x="1107077" y="53796"/>
                </a:lnTo>
                <a:close/>
                <a:moveTo>
                  <a:pt x="1014820" y="53796"/>
                </a:moveTo>
                <a:lnTo>
                  <a:pt x="1014820" y="146053"/>
                </a:lnTo>
                <a:moveTo>
                  <a:pt x="1014820" y="422822"/>
                </a:moveTo>
                <a:lnTo>
                  <a:pt x="1014820" y="146053"/>
                </a:lnTo>
                <a:moveTo>
                  <a:pt x="922564" y="146053"/>
                </a:moveTo>
                <a:lnTo>
                  <a:pt x="1014820" y="146053"/>
                </a:lnTo>
                <a:moveTo>
                  <a:pt x="1014820" y="146053"/>
                </a:moveTo>
                <a:lnTo>
                  <a:pt x="1107077" y="146053"/>
                </a:lnTo>
                <a:moveTo>
                  <a:pt x="922564" y="238309"/>
                </a:moveTo>
                <a:lnTo>
                  <a:pt x="1107077" y="238309"/>
                </a:lnTo>
                <a:moveTo>
                  <a:pt x="922564" y="330566"/>
                </a:moveTo>
                <a:lnTo>
                  <a:pt x="1107077" y="330566"/>
                </a:lnTo>
                <a:moveTo>
                  <a:pt x="0" y="476619"/>
                </a:moveTo>
                <a:lnTo>
                  <a:pt x="99353" y="476619"/>
                </a:lnTo>
                <a:lnTo>
                  <a:pt x="1192236" y="476619"/>
                </a:lnTo>
                <a:lnTo>
                  <a:pt x="1291590" y="476619"/>
                </a:lnTo>
                <a:lnTo>
                  <a:pt x="1291590" y="568875"/>
                </a:lnTo>
                <a:lnTo>
                  <a:pt x="92256" y="568875"/>
                </a:lnTo>
                <a:lnTo>
                  <a:pt x="69192" y="538123"/>
                </a:lnTo>
                <a:lnTo>
                  <a:pt x="30752" y="561187"/>
                </a:lnTo>
                <a:lnTo>
                  <a:pt x="11532" y="553499"/>
                </a:lnTo>
                <a:lnTo>
                  <a:pt x="0" y="522747"/>
                </a:lnTo>
                <a:close/>
                <a:moveTo>
                  <a:pt x="461282" y="476619"/>
                </a:moveTo>
                <a:cubicBezTo>
                  <a:pt x="461282" y="470561"/>
                  <a:pt x="460088" y="464563"/>
                  <a:pt x="457771" y="458966"/>
                </a:cubicBezTo>
                <a:cubicBezTo>
                  <a:pt x="455452" y="453369"/>
                  <a:pt x="452055" y="448285"/>
                  <a:pt x="447771" y="444002"/>
                </a:cubicBezTo>
                <a:cubicBezTo>
                  <a:pt x="443488" y="439718"/>
                  <a:pt x="438403" y="436320"/>
                  <a:pt x="432806" y="434002"/>
                </a:cubicBezTo>
                <a:cubicBezTo>
                  <a:pt x="427209" y="431684"/>
                  <a:pt x="421211" y="430491"/>
                  <a:pt x="415153" y="430491"/>
                </a:cubicBezTo>
                <a:cubicBezTo>
                  <a:pt x="409096" y="430491"/>
                  <a:pt x="403098" y="431684"/>
                  <a:pt x="397501" y="434002"/>
                </a:cubicBezTo>
                <a:cubicBezTo>
                  <a:pt x="391904" y="436320"/>
                  <a:pt x="386819" y="439718"/>
                  <a:pt x="382536" y="444002"/>
                </a:cubicBezTo>
                <a:cubicBezTo>
                  <a:pt x="378252" y="448285"/>
                  <a:pt x="374855" y="453369"/>
                  <a:pt x="372536" y="458966"/>
                </a:cubicBezTo>
                <a:cubicBezTo>
                  <a:pt x="370218" y="464563"/>
                  <a:pt x="369025" y="470561"/>
                  <a:pt x="369025" y="476619"/>
                </a:cubicBezTo>
                <a:close/>
                <a:moveTo>
                  <a:pt x="553538" y="476619"/>
                </a:moveTo>
                <a:cubicBezTo>
                  <a:pt x="553538" y="470561"/>
                  <a:pt x="552345" y="464563"/>
                  <a:pt x="550027" y="458966"/>
                </a:cubicBezTo>
                <a:cubicBezTo>
                  <a:pt x="547708" y="453369"/>
                  <a:pt x="544311" y="448285"/>
                  <a:pt x="540027" y="444002"/>
                </a:cubicBezTo>
                <a:cubicBezTo>
                  <a:pt x="535744" y="439718"/>
                  <a:pt x="530659" y="436320"/>
                  <a:pt x="525062" y="434002"/>
                </a:cubicBezTo>
                <a:cubicBezTo>
                  <a:pt x="519466" y="431684"/>
                  <a:pt x="513467" y="430491"/>
                  <a:pt x="507410" y="430491"/>
                </a:cubicBezTo>
                <a:cubicBezTo>
                  <a:pt x="501352" y="430491"/>
                  <a:pt x="495354" y="431684"/>
                  <a:pt x="489757" y="434002"/>
                </a:cubicBezTo>
                <a:cubicBezTo>
                  <a:pt x="484160" y="436320"/>
                  <a:pt x="479076" y="439718"/>
                  <a:pt x="474793" y="444002"/>
                </a:cubicBezTo>
                <a:cubicBezTo>
                  <a:pt x="470509" y="448285"/>
                  <a:pt x="467112" y="453369"/>
                  <a:pt x="464793" y="458966"/>
                </a:cubicBezTo>
                <a:cubicBezTo>
                  <a:pt x="462475" y="464563"/>
                  <a:pt x="461282" y="470561"/>
                  <a:pt x="461282" y="476619"/>
                </a:cubicBezTo>
                <a:close/>
                <a:moveTo>
                  <a:pt x="830307" y="476619"/>
                </a:moveTo>
                <a:cubicBezTo>
                  <a:pt x="830307" y="470561"/>
                  <a:pt x="829114" y="464563"/>
                  <a:pt x="826796" y="458966"/>
                </a:cubicBezTo>
                <a:cubicBezTo>
                  <a:pt x="824478" y="453369"/>
                  <a:pt x="821080" y="448285"/>
                  <a:pt x="816796" y="444002"/>
                </a:cubicBezTo>
                <a:cubicBezTo>
                  <a:pt x="812513" y="439718"/>
                  <a:pt x="807429" y="436320"/>
                  <a:pt x="801832" y="434002"/>
                </a:cubicBezTo>
                <a:cubicBezTo>
                  <a:pt x="796235" y="431684"/>
                  <a:pt x="790237" y="430491"/>
                  <a:pt x="784179" y="430491"/>
                </a:cubicBezTo>
                <a:cubicBezTo>
                  <a:pt x="778122" y="430491"/>
                  <a:pt x="772124" y="431684"/>
                  <a:pt x="766527" y="434002"/>
                </a:cubicBezTo>
                <a:cubicBezTo>
                  <a:pt x="760930" y="436320"/>
                  <a:pt x="755845" y="439718"/>
                  <a:pt x="751562" y="444002"/>
                </a:cubicBezTo>
                <a:cubicBezTo>
                  <a:pt x="747278" y="448285"/>
                  <a:pt x="743881" y="453369"/>
                  <a:pt x="741562" y="458966"/>
                </a:cubicBezTo>
                <a:cubicBezTo>
                  <a:pt x="739244" y="464563"/>
                  <a:pt x="738051" y="470561"/>
                  <a:pt x="738051" y="476619"/>
                </a:cubicBezTo>
                <a:close/>
                <a:moveTo>
                  <a:pt x="922564" y="476619"/>
                </a:moveTo>
                <a:cubicBezTo>
                  <a:pt x="922564" y="470561"/>
                  <a:pt x="921371" y="464563"/>
                  <a:pt x="919053" y="458966"/>
                </a:cubicBezTo>
                <a:cubicBezTo>
                  <a:pt x="916734" y="453369"/>
                  <a:pt x="913337" y="448285"/>
                  <a:pt x="909053" y="444002"/>
                </a:cubicBezTo>
                <a:cubicBezTo>
                  <a:pt x="904770" y="439718"/>
                  <a:pt x="899685" y="436320"/>
                  <a:pt x="894088" y="434002"/>
                </a:cubicBezTo>
                <a:cubicBezTo>
                  <a:pt x="888491" y="431684"/>
                  <a:pt x="882493" y="430491"/>
                  <a:pt x="876436" y="430491"/>
                </a:cubicBezTo>
                <a:cubicBezTo>
                  <a:pt x="870378" y="430491"/>
                  <a:pt x="864380" y="431684"/>
                  <a:pt x="858783" y="434002"/>
                </a:cubicBezTo>
                <a:cubicBezTo>
                  <a:pt x="853186" y="436320"/>
                  <a:pt x="848101" y="439718"/>
                  <a:pt x="843818" y="444002"/>
                </a:cubicBezTo>
                <a:cubicBezTo>
                  <a:pt x="839535" y="448285"/>
                  <a:pt x="836137" y="453369"/>
                  <a:pt x="833819" y="458966"/>
                </a:cubicBezTo>
                <a:cubicBezTo>
                  <a:pt x="831501" y="464563"/>
                  <a:pt x="830307" y="470561"/>
                  <a:pt x="830307" y="476619"/>
                </a:cubicBezTo>
                <a:close/>
              </a:path>
            </a:pathLst>
          </a:custGeom>
          <a:noFill/>
          <a:ln w="576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3418794" y="3931140"/>
            <a:ext cx="1798995" cy="568871"/>
            <a:chOff x="3418794" y="3926378"/>
            <a:chExt cx="1798995" cy="568871"/>
          </a:xfrm>
        </p:grpSpPr>
        <p:sp>
          <p:nvSpPr>
            <p:cNvPr id="16" name="Rounded Rectangle 15"/>
            <p:cNvSpPr/>
            <p:nvPr/>
          </p:nvSpPr>
          <p:spPr>
            <a:xfrm>
              <a:off x="3926200" y="3926378"/>
              <a:ext cx="1291589" cy="568871"/>
            </a:xfrm>
            <a:custGeom>
              <a:avLst/>
              <a:gdLst/>
              <a:ahLst/>
              <a:cxnLst/>
              <a:rect l="0" t="0" r="0" b="0"/>
              <a:pathLst>
                <a:path w="1291589" h="568871">
                  <a:moveTo>
                    <a:pt x="0" y="476621"/>
                  </a:moveTo>
                  <a:lnTo>
                    <a:pt x="0" y="568871"/>
                  </a:lnTo>
                  <a:lnTo>
                    <a:pt x="1291589" y="568871"/>
                  </a:lnTo>
                  <a:lnTo>
                    <a:pt x="1291589" y="476621"/>
                  </a:lnTo>
                  <a:lnTo>
                    <a:pt x="1192244" y="476621"/>
                  </a:lnTo>
                  <a:lnTo>
                    <a:pt x="1192244" y="0"/>
                  </a:lnTo>
                  <a:lnTo>
                    <a:pt x="115328" y="0"/>
                  </a:lnTo>
                  <a:lnTo>
                    <a:pt x="99945" y="36404"/>
                  </a:lnTo>
                  <a:lnTo>
                    <a:pt x="130702" y="76123"/>
                  </a:lnTo>
                  <a:lnTo>
                    <a:pt x="99945" y="115843"/>
                  </a:lnTo>
                  <a:lnTo>
                    <a:pt x="172983" y="89363"/>
                  </a:lnTo>
                  <a:lnTo>
                    <a:pt x="115328" y="142322"/>
                  </a:lnTo>
                  <a:lnTo>
                    <a:pt x="138388" y="168802"/>
                  </a:lnTo>
                  <a:lnTo>
                    <a:pt x="99945" y="175421"/>
                  </a:lnTo>
                  <a:lnTo>
                    <a:pt x="115328" y="195281"/>
                  </a:lnTo>
                  <a:lnTo>
                    <a:pt x="99945" y="235000"/>
                  </a:lnTo>
                  <a:lnTo>
                    <a:pt x="130702" y="261480"/>
                  </a:lnTo>
                  <a:lnTo>
                    <a:pt x="99355" y="271405"/>
                  </a:lnTo>
                  <a:lnTo>
                    <a:pt x="99355" y="476621"/>
                  </a:lnTo>
                  <a:lnTo>
                    <a:pt x="0" y="476621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418794" y="4018599"/>
              <a:ext cx="495881" cy="476650"/>
            </a:xfrm>
            <a:custGeom>
              <a:avLst/>
              <a:gdLst/>
              <a:ahLst/>
              <a:cxnLst/>
              <a:rect l="0" t="0" r="0" b="0"/>
              <a:pathLst>
                <a:path w="495881" h="476650">
                  <a:moveTo>
                    <a:pt x="427567" y="42262"/>
                  </a:moveTo>
                  <a:lnTo>
                    <a:pt x="374561" y="98840"/>
                  </a:lnTo>
                  <a:lnTo>
                    <a:pt x="350843" y="76123"/>
                  </a:lnTo>
                  <a:lnTo>
                    <a:pt x="350843" y="42262"/>
                  </a:lnTo>
                  <a:lnTo>
                    <a:pt x="384400" y="26908"/>
                  </a:lnTo>
                  <a:lnTo>
                    <a:pt x="407670" y="0"/>
                  </a:lnTo>
                  <a:lnTo>
                    <a:pt x="420042" y="10106"/>
                  </a:lnTo>
                  <a:lnTo>
                    <a:pt x="431568" y="17792"/>
                  </a:lnTo>
                  <a:lnTo>
                    <a:pt x="427567" y="42262"/>
                  </a:lnTo>
                  <a:moveTo>
                    <a:pt x="438216" y="122996"/>
                  </a:moveTo>
                  <a:lnTo>
                    <a:pt x="480498" y="130692"/>
                  </a:lnTo>
                  <a:lnTo>
                    <a:pt x="492032" y="149904"/>
                  </a:lnTo>
                  <a:lnTo>
                    <a:pt x="495881" y="176812"/>
                  </a:lnTo>
                  <a:lnTo>
                    <a:pt x="449751" y="176812"/>
                  </a:lnTo>
                  <a:lnTo>
                    <a:pt x="449751" y="146065"/>
                  </a:lnTo>
                  <a:lnTo>
                    <a:pt x="438216" y="122996"/>
                  </a:lnTo>
                  <a:moveTo>
                    <a:pt x="301932" y="187975"/>
                  </a:moveTo>
                  <a:lnTo>
                    <a:pt x="348815" y="205711"/>
                  </a:lnTo>
                  <a:lnTo>
                    <a:pt x="333689" y="219856"/>
                  </a:lnTo>
                  <a:lnTo>
                    <a:pt x="306066" y="215388"/>
                  </a:lnTo>
                  <a:lnTo>
                    <a:pt x="301932" y="187975"/>
                  </a:lnTo>
                  <a:moveTo>
                    <a:pt x="376713" y="291684"/>
                  </a:moveTo>
                  <a:lnTo>
                    <a:pt x="405945" y="257803"/>
                  </a:lnTo>
                  <a:lnTo>
                    <a:pt x="436044" y="282054"/>
                  </a:lnTo>
                  <a:lnTo>
                    <a:pt x="407670" y="309114"/>
                  </a:lnTo>
                  <a:lnTo>
                    <a:pt x="376713" y="291684"/>
                  </a:lnTo>
                  <a:moveTo>
                    <a:pt x="266080" y="373608"/>
                  </a:moveTo>
                  <a:lnTo>
                    <a:pt x="210359" y="344919"/>
                  </a:lnTo>
                  <a:lnTo>
                    <a:pt x="165496" y="349043"/>
                  </a:lnTo>
                  <a:lnTo>
                    <a:pt x="151076" y="370303"/>
                  </a:lnTo>
                  <a:lnTo>
                    <a:pt x="151076" y="398602"/>
                  </a:lnTo>
                  <a:lnTo>
                    <a:pt x="169011" y="411070"/>
                  </a:lnTo>
                  <a:lnTo>
                    <a:pt x="146075" y="423548"/>
                  </a:lnTo>
                  <a:lnTo>
                    <a:pt x="111480" y="418985"/>
                  </a:lnTo>
                  <a:lnTo>
                    <a:pt x="96097" y="398754"/>
                  </a:lnTo>
                  <a:lnTo>
                    <a:pt x="69189" y="439197"/>
                  </a:lnTo>
                  <a:lnTo>
                    <a:pt x="34594" y="438207"/>
                  </a:lnTo>
                  <a:lnTo>
                    <a:pt x="0" y="476650"/>
                  </a:lnTo>
                  <a:lnTo>
                    <a:pt x="484346" y="476650"/>
                  </a:lnTo>
                  <a:lnTo>
                    <a:pt x="468972" y="461276"/>
                  </a:lnTo>
                  <a:lnTo>
                    <a:pt x="465124" y="438207"/>
                  </a:lnTo>
                  <a:lnTo>
                    <a:pt x="427567" y="429929"/>
                  </a:lnTo>
                  <a:lnTo>
                    <a:pt x="423824" y="413937"/>
                  </a:lnTo>
                  <a:lnTo>
                    <a:pt x="405945" y="404326"/>
                  </a:lnTo>
                  <a:lnTo>
                    <a:pt x="392087" y="373608"/>
                  </a:lnTo>
                  <a:lnTo>
                    <a:pt x="362264" y="352625"/>
                  </a:lnTo>
                  <a:lnTo>
                    <a:pt x="343052" y="368007"/>
                  </a:lnTo>
                  <a:lnTo>
                    <a:pt x="335356" y="398754"/>
                  </a:lnTo>
                  <a:lnTo>
                    <a:pt x="292141" y="426843"/>
                  </a:lnTo>
                  <a:lnTo>
                    <a:pt x="266080" y="404326"/>
                  </a:lnTo>
                  <a:lnTo>
                    <a:pt x="266080" y="373608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418794" y="3931140"/>
            <a:ext cx="1799000" cy="568875"/>
            <a:chOff x="3418794" y="3926378"/>
            <a:chExt cx="1799000" cy="568875"/>
          </a:xfrm>
        </p:grpSpPr>
        <p:sp>
          <p:nvSpPr>
            <p:cNvPr id="19" name="Rounded Rectangle 18"/>
            <p:cNvSpPr/>
            <p:nvPr/>
          </p:nvSpPr>
          <p:spPr>
            <a:xfrm>
              <a:off x="3926204" y="3926378"/>
              <a:ext cx="1291590" cy="568875"/>
            </a:xfrm>
            <a:custGeom>
              <a:avLst/>
              <a:gdLst/>
              <a:ahLst/>
              <a:cxnLst/>
              <a:rect l="0" t="0" r="0" b="0"/>
              <a:pathLst>
                <a:path w="1291590" h="568875">
                  <a:moveTo>
                    <a:pt x="461282" y="199849"/>
                  </a:moveTo>
                  <a:lnTo>
                    <a:pt x="461282" y="107592"/>
                  </a:lnTo>
                  <a:lnTo>
                    <a:pt x="645795" y="107592"/>
                  </a:lnTo>
                  <a:moveTo>
                    <a:pt x="645795" y="107592"/>
                  </a:moveTo>
                  <a:lnTo>
                    <a:pt x="830307" y="107592"/>
                  </a:lnTo>
                  <a:lnTo>
                    <a:pt x="830307" y="199849"/>
                  </a:lnTo>
                  <a:moveTo>
                    <a:pt x="645795" y="107592"/>
                  </a:moveTo>
                  <a:lnTo>
                    <a:pt x="645795" y="568875"/>
                  </a:lnTo>
                  <a:moveTo>
                    <a:pt x="645795" y="568875"/>
                  </a:moveTo>
                  <a:lnTo>
                    <a:pt x="0" y="568875"/>
                  </a:lnTo>
                  <a:lnTo>
                    <a:pt x="0" y="476618"/>
                  </a:lnTo>
                  <a:lnTo>
                    <a:pt x="99353" y="476618"/>
                  </a:lnTo>
                  <a:lnTo>
                    <a:pt x="461282" y="476618"/>
                  </a:lnTo>
                  <a:lnTo>
                    <a:pt x="461282" y="199849"/>
                  </a:lnTo>
                  <a:moveTo>
                    <a:pt x="645795" y="568875"/>
                  </a:moveTo>
                  <a:lnTo>
                    <a:pt x="1291590" y="568875"/>
                  </a:lnTo>
                  <a:lnTo>
                    <a:pt x="1291590" y="476618"/>
                  </a:lnTo>
                  <a:lnTo>
                    <a:pt x="1192236" y="476618"/>
                  </a:lnTo>
                  <a:lnTo>
                    <a:pt x="830307" y="476618"/>
                  </a:lnTo>
                  <a:lnTo>
                    <a:pt x="830307" y="199849"/>
                  </a:lnTo>
                  <a:moveTo>
                    <a:pt x="461282" y="199849"/>
                  </a:moveTo>
                  <a:lnTo>
                    <a:pt x="830307" y="199849"/>
                  </a:lnTo>
                  <a:moveTo>
                    <a:pt x="1192236" y="476618"/>
                  </a:moveTo>
                  <a:lnTo>
                    <a:pt x="1192236" y="0"/>
                  </a:lnTo>
                  <a:lnTo>
                    <a:pt x="115320" y="0"/>
                  </a:lnTo>
                  <a:lnTo>
                    <a:pt x="99353" y="36408"/>
                  </a:lnTo>
                  <a:lnTo>
                    <a:pt x="142228" y="66197"/>
                  </a:lnTo>
                  <a:lnTo>
                    <a:pt x="99353" y="115844"/>
                  </a:lnTo>
                  <a:lnTo>
                    <a:pt x="203732" y="102605"/>
                  </a:lnTo>
                  <a:lnTo>
                    <a:pt x="115320" y="142323"/>
                  </a:lnTo>
                  <a:lnTo>
                    <a:pt x="153760" y="168802"/>
                  </a:lnTo>
                  <a:lnTo>
                    <a:pt x="99353" y="175422"/>
                  </a:lnTo>
                  <a:lnTo>
                    <a:pt x="115320" y="195281"/>
                  </a:lnTo>
                  <a:lnTo>
                    <a:pt x="99353" y="234999"/>
                  </a:lnTo>
                  <a:lnTo>
                    <a:pt x="153760" y="264788"/>
                  </a:lnTo>
                  <a:lnTo>
                    <a:pt x="99353" y="271407"/>
                  </a:lnTo>
                  <a:lnTo>
                    <a:pt x="99353" y="476618"/>
                  </a:lnTo>
                  <a:moveTo>
                    <a:pt x="553538" y="107592"/>
                  </a:moveTo>
                  <a:cubicBezTo>
                    <a:pt x="553538" y="101535"/>
                    <a:pt x="552345" y="95537"/>
                    <a:pt x="550027" y="89940"/>
                  </a:cubicBezTo>
                  <a:cubicBezTo>
                    <a:pt x="547708" y="84343"/>
                    <a:pt x="544311" y="79258"/>
                    <a:pt x="540027" y="74975"/>
                  </a:cubicBezTo>
                  <a:cubicBezTo>
                    <a:pt x="535744" y="70691"/>
                    <a:pt x="530659" y="67294"/>
                    <a:pt x="525062" y="64975"/>
                  </a:cubicBezTo>
                  <a:cubicBezTo>
                    <a:pt x="519466" y="62657"/>
                    <a:pt x="513467" y="61464"/>
                    <a:pt x="507410" y="61464"/>
                  </a:cubicBezTo>
                  <a:cubicBezTo>
                    <a:pt x="501352" y="61464"/>
                    <a:pt x="495354" y="62657"/>
                    <a:pt x="489757" y="64975"/>
                  </a:cubicBezTo>
                  <a:cubicBezTo>
                    <a:pt x="484160" y="67294"/>
                    <a:pt x="479076" y="70691"/>
                    <a:pt x="474793" y="74975"/>
                  </a:cubicBezTo>
                  <a:cubicBezTo>
                    <a:pt x="470509" y="79258"/>
                    <a:pt x="467112" y="84343"/>
                    <a:pt x="464793" y="89940"/>
                  </a:cubicBezTo>
                  <a:cubicBezTo>
                    <a:pt x="462475" y="95537"/>
                    <a:pt x="461282" y="101535"/>
                    <a:pt x="461282" y="107592"/>
                  </a:cubicBezTo>
                  <a:close/>
                  <a:moveTo>
                    <a:pt x="645795" y="107592"/>
                  </a:moveTo>
                  <a:cubicBezTo>
                    <a:pt x="645795" y="101535"/>
                    <a:pt x="644601" y="95537"/>
                    <a:pt x="642283" y="89940"/>
                  </a:cubicBezTo>
                  <a:cubicBezTo>
                    <a:pt x="639965" y="84343"/>
                    <a:pt x="636567" y="79258"/>
                    <a:pt x="632284" y="74975"/>
                  </a:cubicBezTo>
                  <a:cubicBezTo>
                    <a:pt x="628001" y="70691"/>
                    <a:pt x="622916" y="67294"/>
                    <a:pt x="617319" y="64975"/>
                  </a:cubicBezTo>
                  <a:cubicBezTo>
                    <a:pt x="611722" y="62657"/>
                    <a:pt x="605724" y="61464"/>
                    <a:pt x="599666" y="61464"/>
                  </a:cubicBezTo>
                  <a:cubicBezTo>
                    <a:pt x="593609" y="61464"/>
                    <a:pt x="587611" y="62657"/>
                    <a:pt x="582014" y="64975"/>
                  </a:cubicBezTo>
                  <a:cubicBezTo>
                    <a:pt x="576417" y="67294"/>
                    <a:pt x="571332" y="70691"/>
                    <a:pt x="567049" y="74975"/>
                  </a:cubicBezTo>
                  <a:cubicBezTo>
                    <a:pt x="562765" y="79258"/>
                    <a:pt x="559368" y="84343"/>
                    <a:pt x="557049" y="89940"/>
                  </a:cubicBezTo>
                  <a:cubicBezTo>
                    <a:pt x="554731" y="95537"/>
                    <a:pt x="553538" y="101535"/>
                    <a:pt x="553538" y="107592"/>
                  </a:cubicBezTo>
                  <a:close/>
                  <a:moveTo>
                    <a:pt x="738051" y="107592"/>
                  </a:moveTo>
                  <a:cubicBezTo>
                    <a:pt x="738051" y="101535"/>
                    <a:pt x="736858" y="95537"/>
                    <a:pt x="734540" y="89940"/>
                  </a:cubicBezTo>
                  <a:cubicBezTo>
                    <a:pt x="732221" y="84343"/>
                    <a:pt x="728824" y="79258"/>
                    <a:pt x="724540" y="74975"/>
                  </a:cubicBezTo>
                  <a:cubicBezTo>
                    <a:pt x="720257" y="70691"/>
                    <a:pt x="715172" y="67294"/>
                    <a:pt x="709575" y="64975"/>
                  </a:cubicBezTo>
                  <a:cubicBezTo>
                    <a:pt x="703978" y="62657"/>
                    <a:pt x="697980" y="61464"/>
                    <a:pt x="691923" y="61464"/>
                  </a:cubicBezTo>
                  <a:cubicBezTo>
                    <a:pt x="685865" y="61464"/>
                    <a:pt x="679867" y="62657"/>
                    <a:pt x="674270" y="64975"/>
                  </a:cubicBezTo>
                  <a:cubicBezTo>
                    <a:pt x="668673" y="67294"/>
                    <a:pt x="663589" y="70691"/>
                    <a:pt x="659305" y="74975"/>
                  </a:cubicBezTo>
                  <a:cubicBezTo>
                    <a:pt x="655022" y="79258"/>
                    <a:pt x="651624" y="84343"/>
                    <a:pt x="649306" y="89940"/>
                  </a:cubicBezTo>
                  <a:cubicBezTo>
                    <a:pt x="646988" y="95537"/>
                    <a:pt x="645795" y="101535"/>
                    <a:pt x="645795" y="107592"/>
                  </a:cubicBezTo>
                  <a:close/>
                  <a:moveTo>
                    <a:pt x="830307" y="107592"/>
                  </a:moveTo>
                  <a:cubicBezTo>
                    <a:pt x="830307" y="101535"/>
                    <a:pt x="829114" y="95537"/>
                    <a:pt x="826796" y="89940"/>
                  </a:cubicBezTo>
                  <a:cubicBezTo>
                    <a:pt x="824478" y="84343"/>
                    <a:pt x="821080" y="79258"/>
                    <a:pt x="816796" y="74975"/>
                  </a:cubicBezTo>
                  <a:cubicBezTo>
                    <a:pt x="812513" y="70691"/>
                    <a:pt x="807429" y="67294"/>
                    <a:pt x="801832" y="64975"/>
                  </a:cubicBezTo>
                  <a:cubicBezTo>
                    <a:pt x="796235" y="62657"/>
                    <a:pt x="790237" y="61464"/>
                    <a:pt x="784179" y="61464"/>
                  </a:cubicBezTo>
                  <a:cubicBezTo>
                    <a:pt x="778122" y="61464"/>
                    <a:pt x="772124" y="62657"/>
                    <a:pt x="766527" y="64975"/>
                  </a:cubicBezTo>
                  <a:cubicBezTo>
                    <a:pt x="760930" y="67294"/>
                    <a:pt x="755845" y="70691"/>
                    <a:pt x="751562" y="74975"/>
                  </a:cubicBezTo>
                  <a:cubicBezTo>
                    <a:pt x="747278" y="79258"/>
                    <a:pt x="743881" y="84343"/>
                    <a:pt x="741562" y="89940"/>
                  </a:cubicBezTo>
                  <a:cubicBezTo>
                    <a:pt x="739244" y="95537"/>
                    <a:pt x="738051" y="101535"/>
                    <a:pt x="738051" y="107592"/>
                  </a:cubicBezTo>
                  <a:close/>
                  <a:moveTo>
                    <a:pt x="276769" y="107592"/>
                  </a:moveTo>
                  <a:lnTo>
                    <a:pt x="184512" y="107592"/>
                  </a:lnTo>
                  <a:lnTo>
                    <a:pt x="184512" y="199849"/>
                  </a:lnTo>
                  <a:lnTo>
                    <a:pt x="184512" y="384362"/>
                  </a:lnTo>
                  <a:lnTo>
                    <a:pt x="276769" y="384362"/>
                  </a:lnTo>
                  <a:lnTo>
                    <a:pt x="369025" y="384362"/>
                  </a:lnTo>
                  <a:lnTo>
                    <a:pt x="369025" y="199849"/>
                  </a:lnTo>
                  <a:lnTo>
                    <a:pt x="369025" y="107592"/>
                  </a:lnTo>
                  <a:close/>
                  <a:moveTo>
                    <a:pt x="276769" y="107592"/>
                  </a:moveTo>
                  <a:lnTo>
                    <a:pt x="276769" y="199849"/>
                  </a:lnTo>
                  <a:moveTo>
                    <a:pt x="276769" y="384362"/>
                  </a:moveTo>
                  <a:lnTo>
                    <a:pt x="276769" y="199849"/>
                  </a:lnTo>
                  <a:moveTo>
                    <a:pt x="184512" y="199849"/>
                  </a:moveTo>
                  <a:lnTo>
                    <a:pt x="276769" y="199849"/>
                  </a:lnTo>
                  <a:moveTo>
                    <a:pt x="276769" y="199849"/>
                  </a:moveTo>
                  <a:lnTo>
                    <a:pt x="369025" y="199849"/>
                  </a:lnTo>
                  <a:moveTo>
                    <a:pt x="276769" y="107592"/>
                  </a:moveTo>
                  <a:cubicBezTo>
                    <a:pt x="276769" y="101535"/>
                    <a:pt x="275576" y="95537"/>
                    <a:pt x="273258" y="89940"/>
                  </a:cubicBezTo>
                  <a:cubicBezTo>
                    <a:pt x="270939" y="84343"/>
                    <a:pt x="267542" y="79258"/>
                    <a:pt x="263258" y="74975"/>
                  </a:cubicBezTo>
                  <a:cubicBezTo>
                    <a:pt x="258975" y="70691"/>
                    <a:pt x="253890" y="67294"/>
                    <a:pt x="248293" y="64975"/>
                  </a:cubicBezTo>
                  <a:cubicBezTo>
                    <a:pt x="242696" y="62657"/>
                    <a:pt x="236698" y="61464"/>
                    <a:pt x="230641" y="61464"/>
                  </a:cubicBezTo>
                  <a:cubicBezTo>
                    <a:pt x="224583" y="61464"/>
                    <a:pt x="218585" y="62657"/>
                    <a:pt x="212988" y="64975"/>
                  </a:cubicBezTo>
                  <a:cubicBezTo>
                    <a:pt x="207391" y="67294"/>
                    <a:pt x="202306" y="70691"/>
                    <a:pt x="198023" y="74975"/>
                  </a:cubicBezTo>
                  <a:cubicBezTo>
                    <a:pt x="193740" y="79258"/>
                    <a:pt x="190342" y="84343"/>
                    <a:pt x="188023" y="89940"/>
                  </a:cubicBezTo>
                  <a:cubicBezTo>
                    <a:pt x="185706" y="95537"/>
                    <a:pt x="184512" y="101535"/>
                    <a:pt x="184512" y="107592"/>
                  </a:cubicBezTo>
                  <a:close/>
                  <a:moveTo>
                    <a:pt x="369025" y="107592"/>
                  </a:moveTo>
                  <a:cubicBezTo>
                    <a:pt x="369025" y="101535"/>
                    <a:pt x="367832" y="95537"/>
                    <a:pt x="365514" y="89940"/>
                  </a:cubicBezTo>
                  <a:cubicBezTo>
                    <a:pt x="363195" y="84343"/>
                    <a:pt x="359798" y="79258"/>
                    <a:pt x="355514" y="74975"/>
                  </a:cubicBezTo>
                  <a:cubicBezTo>
                    <a:pt x="351231" y="70691"/>
                    <a:pt x="346146" y="67294"/>
                    <a:pt x="340550" y="64975"/>
                  </a:cubicBezTo>
                  <a:cubicBezTo>
                    <a:pt x="334953" y="62657"/>
                    <a:pt x="328954" y="61464"/>
                    <a:pt x="322897" y="61464"/>
                  </a:cubicBezTo>
                  <a:cubicBezTo>
                    <a:pt x="316840" y="61464"/>
                    <a:pt x="310841" y="62657"/>
                    <a:pt x="305245" y="64975"/>
                  </a:cubicBezTo>
                  <a:cubicBezTo>
                    <a:pt x="299648" y="67294"/>
                    <a:pt x="294563" y="70691"/>
                    <a:pt x="290280" y="74975"/>
                  </a:cubicBezTo>
                  <a:cubicBezTo>
                    <a:pt x="285996" y="79258"/>
                    <a:pt x="282599" y="84343"/>
                    <a:pt x="280280" y="89940"/>
                  </a:cubicBezTo>
                  <a:cubicBezTo>
                    <a:pt x="277962" y="95537"/>
                    <a:pt x="276769" y="101535"/>
                    <a:pt x="276769" y="107592"/>
                  </a:cubicBezTo>
                  <a:close/>
                  <a:moveTo>
                    <a:pt x="1014820" y="107592"/>
                  </a:moveTo>
                  <a:cubicBezTo>
                    <a:pt x="1014820" y="101535"/>
                    <a:pt x="1013627" y="95537"/>
                    <a:pt x="1011309" y="89940"/>
                  </a:cubicBezTo>
                  <a:cubicBezTo>
                    <a:pt x="1008990" y="84343"/>
                    <a:pt x="1005593" y="79258"/>
                    <a:pt x="1001309" y="74975"/>
                  </a:cubicBezTo>
                  <a:cubicBezTo>
                    <a:pt x="997026" y="70691"/>
                    <a:pt x="991941" y="67294"/>
                    <a:pt x="986345" y="64975"/>
                  </a:cubicBezTo>
                  <a:cubicBezTo>
                    <a:pt x="980748" y="62657"/>
                    <a:pt x="974750" y="61464"/>
                    <a:pt x="968692" y="61464"/>
                  </a:cubicBezTo>
                  <a:cubicBezTo>
                    <a:pt x="962635" y="61464"/>
                    <a:pt x="956636" y="62657"/>
                    <a:pt x="951040" y="64975"/>
                  </a:cubicBezTo>
                  <a:cubicBezTo>
                    <a:pt x="945443" y="67294"/>
                    <a:pt x="940358" y="70691"/>
                    <a:pt x="936075" y="74975"/>
                  </a:cubicBezTo>
                  <a:cubicBezTo>
                    <a:pt x="931791" y="79258"/>
                    <a:pt x="928394" y="84343"/>
                    <a:pt x="926075" y="89940"/>
                  </a:cubicBezTo>
                  <a:cubicBezTo>
                    <a:pt x="923757" y="95537"/>
                    <a:pt x="922564" y="101535"/>
                    <a:pt x="922564" y="107592"/>
                  </a:cubicBezTo>
                  <a:close/>
                  <a:moveTo>
                    <a:pt x="1107077" y="107592"/>
                  </a:moveTo>
                  <a:cubicBezTo>
                    <a:pt x="1107077" y="101535"/>
                    <a:pt x="1105884" y="95537"/>
                    <a:pt x="1103566" y="89940"/>
                  </a:cubicBezTo>
                  <a:cubicBezTo>
                    <a:pt x="1101247" y="84343"/>
                    <a:pt x="1097850" y="79258"/>
                    <a:pt x="1093566" y="74975"/>
                  </a:cubicBezTo>
                  <a:cubicBezTo>
                    <a:pt x="1089283" y="70691"/>
                    <a:pt x="1084198" y="67294"/>
                    <a:pt x="1078601" y="64975"/>
                  </a:cubicBezTo>
                  <a:cubicBezTo>
                    <a:pt x="1073004" y="62657"/>
                    <a:pt x="1067006" y="61464"/>
                    <a:pt x="1060948" y="61464"/>
                  </a:cubicBezTo>
                  <a:cubicBezTo>
                    <a:pt x="1054891" y="61464"/>
                    <a:pt x="1048893" y="62657"/>
                    <a:pt x="1043296" y="64975"/>
                  </a:cubicBezTo>
                  <a:cubicBezTo>
                    <a:pt x="1037699" y="67294"/>
                    <a:pt x="1032614" y="70691"/>
                    <a:pt x="1028331" y="74975"/>
                  </a:cubicBezTo>
                  <a:cubicBezTo>
                    <a:pt x="1024047" y="79258"/>
                    <a:pt x="1020650" y="84343"/>
                    <a:pt x="1018331" y="89940"/>
                  </a:cubicBezTo>
                  <a:cubicBezTo>
                    <a:pt x="1016013" y="95537"/>
                    <a:pt x="1014820" y="101535"/>
                    <a:pt x="1014820" y="107592"/>
                  </a:cubicBezTo>
                  <a:close/>
                  <a:moveTo>
                    <a:pt x="1014820" y="107592"/>
                  </a:moveTo>
                  <a:lnTo>
                    <a:pt x="922564" y="107592"/>
                  </a:lnTo>
                  <a:lnTo>
                    <a:pt x="922564" y="199849"/>
                  </a:lnTo>
                  <a:lnTo>
                    <a:pt x="922564" y="384362"/>
                  </a:lnTo>
                  <a:lnTo>
                    <a:pt x="1014820" y="384362"/>
                  </a:lnTo>
                  <a:lnTo>
                    <a:pt x="1107077" y="384362"/>
                  </a:lnTo>
                  <a:lnTo>
                    <a:pt x="1107077" y="199849"/>
                  </a:lnTo>
                  <a:lnTo>
                    <a:pt x="1107077" y="107592"/>
                  </a:lnTo>
                  <a:close/>
                  <a:moveTo>
                    <a:pt x="1014820" y="107592"/>
                  </a:moveTo>
                  <a:lnTo>
                    <a:pt x="1014820" y="199849"/>
                  </a:lnTo>
                  <a:moveTo>
                    <a:pt x="1014820" y="384362"/>
                  </a:moveTo>
                  <a:lnTo>
                    <a:pt x="1014820" y="199849"/>
                  </a:lnTo>
                  <a:moveTo>
                    <a:pt x="922564" y="199849"/>
                  </a:moveTo>
                  <a:lnTo>
                    <a:pt x="1014820" y="199849"/>
                  </a:lnTo>
                  <a:moveTo>
                    <a:pt x="1014820" y="199849"/>
                  </a:moveTo>
                  <a:lnTo>
                    <a:pt x="1107077" y="199849"/>
                  </a:lnTo>
                </a:path>
              </a:pathLst>
            </a:custGeom>
            <a:noFill/>
            <a:ln w="5764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418794" y="4018595"/>
              <a:ext cx="495878" cy="476654"/>
            </a:xfrm>
            <a:custGeom>
              <a:avLst/>
              <a:gdLst/>
              <a:ahLst/>
              <a:cxnLst/>
              <a:rect l="0" t="0" r="0" b="0"/>
              <a:pathLst>
                <a:path w="495878" h="476654">
                  <a:moveTo>
                    <a:pt x="427568" y="42268"/>
                  </a:moveTo>
                  <a:lnTo>
                    <a:pt x="374564" y="98848"/>
                  </a:lnTo>
                  <a:lnTo>
                    <a:pt x="350845" y="76131"/>
                  </a:lnTo>
                  <a:lnTo>
                    <a:pt x="350845" y="42268"/>
                  </a:lnTo>
                  <a:lnTo>
                    <a:pt x="384401" y="26908"/>
                  </a:lnTo>
                  <a:lnTo>
                    <a:pt x="407674" y="0"/>
                  </a:lnTo>
                  <a:lnTo>
                    <a:pt x="420038" y="10105"/>
                  </a:lnTo>
                  <a:lnTo>
                    <a:pt x="431570" y="17793"/>
                  </a:lnTo>
                  <a:lnTo>
                    <a:pt x="427568" y="42268"/>
                  </a:lnTo>
                  <a:close/>
                  <a:moveTo>
                    <a:pt x="438218" y="122997"/>
                  </a:moveTo>
                  <a:lnTo>
                    <a:pt x="480502" y="130692"/>
                  </a:lnTo>
                  <a:lnTo>
                    <a:pt x="492034" y="149905"/>
                  </a:lnTo>
                  <a:lnTo>
                    <a:pt x="495878" y="176814"/>
                  </a:lnTo>
                  <a:lnTo>
                    <a:pt x="449750" y="176814"/>
                  </a:lnTo>
                  <a:lnTo>
                    <a:pt x="449750" y="146068"/>
                  </a:lnTo>
                  <a:lnTo>
                    <a:pt x="438218" y="122997"/>
                  </a:lnTo>
                  <a:close/>
                  <a:moveTo>
                    <a:pt x="301936" y="187982"/>
                  </a:moveTo>
                  <a:lnTo>
                    <a:pt x="348814" y="205717"/>
                  </a:lnTo>
                  <a:lnTo>
                    <a:pt x="333693" y="219855"/>
                  </a:lnTo>
                  <a:lnTo>
                    <a:pt x="306066" y="215392"/>
                  </a:lnTo>
                  <a:lnTo>
                    <a:pt x="301936" y="187982"/>
                  </a:lnTo>
                  <a:close/>
                  <a:moveTo>
                    <a:pt x="376713" y="291687"/>
                  </a:moveTo>
                  <a:lnTo>
                    <a:pt x="405945" y="257806"/>
                  </a:lnTo>
                  <a:lnTo>
                    <a:pt x="436041" y="282061"/>
                  </a:lnTo>
                  <a:lnTo>
                    <a:pt x="407674" y="309118"/>
                  </a:lnTo>
                  <a:lnTo>
                    <a:pt x="376713" y="291687"/>
                  </a:lnTo>
                  <a:close/>
                  <a:moveTo>
                    <a:pt x="266085" y="373614"/>
                  </a:moveTo>
                  <a:lnTo>
                    <a:pt x="210360" y="344922"/>
                  </a:lnTo>
                  <a:lnTo>
                    <a:pt x="165499" y="349052"/>
                  </a:lnTo>
                  <a:lnTo>
                    <a:pt x="151073" y="370310"/>
                  </a:lnTo>
                  <a:lnTo>
                    <a:pt x="151073" y="398605"/>
                  </a:lnTo>
                  <a:lnTo>
                    <a:pt x="169016" y="411078"/>
                  </a:lnTo>
                  <a:lnTo>
                    <a:pt x="146072" y="423552"/>
                  </a:lnTo>
                  <a:lnTo>
                    <a:pt x="111476" y="418994"/>
                  </a:lnTo>
                  <a:lnTo>
                    <a:pt x="96100" y="398760"/>
                  </a:lnTo>
                  <a:lnTo>
                    <a:pt x="69192" y="439202"/>
                  </a:lnTo>
                  <a:lnTo>
                    <a:pt x="34596" y="438214"/>
                  </a:lnTo>
                  <a:lnTo>
                    <a:pt x="0" y="476654"/>
                  </a:lnTo>
                  <a:lnTo>
                    <a:pt x="253705" y="476654"/>
                  </a:lnTo>
                  <a:lnTo>
                    <a:pt x="484346" y="476654"/>
                  </a:lnTo>
                  <a:lnTo>
                    <a:pt x="468970" y="461278"/>
                  </a:lnTo>
                  <a:lnTo>
                    <a:pt x="465126" y="438214"/>
                  </a:lnTo>
                  <a:lnTo>
                    <a:pt x="427568" y="429931"/>
                  </a:lnTo>
                  <a:lnTo>
                    <a:pt x="423823" y="413942"/>
                  </a:lnTo>
                  <a:lnTo>
                    <a:pt x="405945" y="404332"/>
                  </a:lnTo>
                  <a:lnTo>
                    <a:pt x="392089" y="373614"/>
                  </a:lnTo>
                  <a:lnTo>
                    <a:pt x="362268" y="352632"/>
                  </a:lnTo>
                  <a:lnTo>
                    <a:pt x="343048" y="368008"/>
                  </a:lnTo>
                  <a:lnTo>
                    <a:pt x="335360" y="398760"/>
                  </a:lnTo>
                  <a:lnTo>
                    <a:pt x="292145" y="426851"/>
                  </a:lnTo>
                  <a:lnTo>
                    <a:pt x="266085" y="404332"/>
                  </a:lnTo>
                  <a:lnTo>
                    <a:pt x="266085" y="373614"/>
                  </a:lnTo>
                  <a:close/>
                </a:path>
              </a:pathLst>
            </a:custGeom>
            <a:noFill/>
            <a:ln w="5764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343691" y="376237"/>
            <a:ext cx="6456606" cy="800100"/>
            <a:chOff x="1343691" y="371475"/>
            <a:chExt cx="6456606" cy="800100"/>
          </a:xfrm>
        </p:grpSpPr>
        <p:sp>
          <p:nvSpPr>
            <p:cNvPr id="22" name="TextBox 21"/>
            <p:cNvSpPr txBox="1"/>
            <p:nvPr/>
          </p:nvSpPr>
          <p:spPr>
            <a:xfrm>
              <a:off x="1343691" y="371475"/>
              <a:ext cx="645660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22403B"/>
                  </a:solidFill>
                  <a:latin typeface="Roboto Slab"/>
                </a:rPr>
                <a:t>API Security Ensures Application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43691" y="771525"/>
              <a:ext cx="645660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22403B"/>
                  </a:solidFill>
                  <a:latin typeface="Roboto Slab"/>
                </a:rPr>
                <a:t>Compliance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72579" y="1840000"/>
            <a:ext cx="693096" cy="13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22403B"/>
                </a:solidFill>
                <a:latin typeface="Roboto Slab"/>
              </a:rPr>
              <a:t>API Security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2241893" y="2070646"/>
            <a:ext cx="1154458" cy="307456"/>
            <a:chOff x="2241893" y="2065884"/>
            <a:chExt cx="1154458" cy="307456"/>
          </a:xfrm>
        </p:grpSpPr>
        <p:sp>
          <p:nvSpPr>
            <p:cNvPr id="26" name="TextBox 25"/>
            <p:cNvSpPr txBox="1"/>
            <p:nvPr/>
          </p:nvSpPr>
          <p:spPr>
            <a:xfrm>
              <a:off x="2241893" y="2065884"/>
              <a:ext cx="1154458" cy="153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22403B"/>
                  </a:solidFill>
                  <a:latin typeface="Roboto"/>
                </a:rPr>
                <a:t>Secure and compliant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241893" y="2219617"/>
              <a:ext cx="1154458" cy="1537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22403B"/>
                  </a:solidFill>
                  <a:latin typeface="Roboto"/>
                </a:rPr>
                <a:t>application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605870" y="2224516"/>
            <a:ext cx="813196" cy="13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Access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870" y="2455159"/>
            <a:ext cx="1498996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"/>
              </a:rPr>
              <a:t>Rate limiting, CORS, licenses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5870" y="2793393"/>
            <a:ext cx="897283" cy="13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Input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870" y="3024032"/>
            <a:ext cx="1184376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"/>
              </a:rPr>
              <a:t>Strict file type and size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870" y="3362270"/>
            <a:ext cx="1013517" cy="13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Backend Proxying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870" y="3592908"/>
            <a:ext cx="1433960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"/>
              </a:rPr>
              <a:t>Protected API calls handled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870" y="3931142"/>
            <a:ext cx="1322193" cy="1383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Credential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05870" y="4161785"/>
            <a:ext cx="1756171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"/>
              </a:rPr>
              <a:t>API keys in environment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9444" y="1430540"/>
            <a:ext cx="3024206" cy="754084"/>
          </a:xfrm>
          <a:custGeom>
            <a:avLst/>
            <a:gdLst/>
            <a:ahLst/>
            <a:cxnLst/>
            <a:rect l="0" t="0" r="0" b="0"/>
            <a:pathLst>
              <a:path w="3024206" h="754084">
                <a:moveTo>
                  <a:pt x="3024206" y="0"/>
                </a:moveTo>
                <a:lnTo>
                  <a:pt x="0" y="0"/>
                </a:lnTo>
                <a:lnTo>
                  <a:pt x="0" y="754084"/>
                </a:lnTo>
                <a:lnTo>
                  <a:pt x="3024206" y="754084"/>
                </a:lnTo>
                <a:lnTo>
                  <a:pt x="3024206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9444" y="1430540"/>
            <a:ext cx="3024206" cy="754087"/>
          </a:xfrm>
          <a:custGeom>
            <a:avLst/>
            <a:gdLst/>
            <a:ahLst/>
            <a:cxnLst/>
            <a:rect l="0" t="0" r="0" b="0"/>
            <a:pathLst>
              <a:path w="3024206" h="754087">
                <a:moveTo>
                  <a:pt x="0" y="0"/>
                </a:moveTo>
                <a:lnTo>
                  <a:pt x="3024206" y="0"/>
                </a:lnTo>
                <a:lnTo>
                  <a:pt x="3024206" y="754087"/>
                </a:lnTo>
                <a:lnTo>
                  <a:pt x="0" y="754087"/>
                </a:lnTo>
                <a:lnTo>
                  <a:pt x="0" y="0"/>
                </a:lnTo>
                <a:close/>
              </a:path>
            </a:pathLst>
          </a:custGeom>
          <a:noFill/>
          <a:ln w="589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20348" y="1430540"/>
            <a:ext cx="3024206" cy="754084"/>
          </a:xfrm>
          <a:custGeom>
            <a:avLst/>
            <a:gdLst/>
            <a:ahLst/>
            <a:cxnLst/>
            <a:rect l="0" t="0" r="0" b="0"/>
            <a:pathLst>
              <a:path w="3024206" h="754084">
                <a:moveTo>
                  <a:pt x="0" y="0"/>
                </a:moveTo>
                <a:lnTo>
                  <a:pt x="3024206" y="0"/>
                </a:lnTo>
                <a:lnTo>
                  <a:pt x="3024206" y="754084"/>
                </a:lnTo>
                <a:lnTo>
                  <a:pt x="0" y="754084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0348" y="1430540"/>
            <a:ext cx="3024206" cy="754087"/>
          </a:xfrm>
          <a:custGeom>
            <a:avLst/>
            <a:gdLst/>
            <a:ahLst/>
            <a:cxnLst/>
            <a:rect l="0" t="0" r="0" b="0"/>
            <a:pathLst>
              <a:path w="3024206" h="754087">
                <a:moveTo>
                  <a:pt x="3024206" y="0"/>
                </a:moveTo>
                <a:lnTo>
                  <a:pt x="0" y="0"/>
                </a:lnTo>
                <a:lnTo>
                  <a:pt x="0" y="754087"/>
                </a:lnTo>
                <a:lnTo>
                  <a:pt x="3024206" y="754087"/>
                </a:lnTo>
                <a:lnTo>
                  <a:pt x="3024206" y="0"/>
                </a:lnTo>
                <a:close/>
              </a:path>
            </a:pathLst>
          </a:custGeom>
          <a:noFill/>
          <a:ln w="589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58085" y="2184628"/>
            <a:ext cx="565565" cy="2309374"/>
          </a:xfrm>
          <a:custGeom>
            <a:avLst/>
            <a:gdLst/>
            <a:ahLst/>
            <a:cxnLst/>
            <a:rect l="0" t="0" r="0" b="0"/>
            <a:pathLst>
              <a:path w="565565" h="2309374">
                <a:moveTo>
                  <a:pt x="565565" y="0"/>
                </a:moveTo>
                <a:lnTo>
                  <a:pt x="565565" y="2309374"/>
                </a:lnTo>
                <a:lnTo>
                  <a:pt x="0" y="2309374"/>
                </a:lnTo>
                <a:lnTo>
                  <a:pt x="0" y="0"/>
                </a:lnTo>
                <a:lnTo>
                  <a:pt x="565565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58085" y="2184628"/>
            <a:ext cx="565565" cy="2309370"/>
          </a:xfrm>
          <a:custGeom>
            <a:avLst/>
            <a:gdLst/>
            <a:ahLst/>
            <a:cxnLst/>
            <a:rect l="0" t="0" r="0" b="0"/>
            <a:pathLst>
              <a:path w="565565" h="2309370">
                <a:moveTo>
                  <a:pt x="565565" y="0"/>
                </a:moveTo>
                <a:lnTo>
                  <a:pt x="565565" y="2309370"/>
                </a:lnTo>
                <a:lnTo>
                  <a:pt x="0" y="2309370"/>
                </a:lnTo>
                <a:lnTo>
                  <a:pt x="0" y="0"/>
                </a:lnTo>
                <a:lnTo>
                  <a:pt x="565565" y="0"/>
                </a:lnTo>
                <a:close/>
              </a:path>
            </a:pathLst>
          </a:custGeom>
          <a:noFill/>
          <a:ln w="589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20348" y="2184628"/>
            <a:ext cx="565565" cy="2309374"/>
          </a:xfrm>
          <a:custGeom>
            <a:avLst/>
            <a:gdLst/>
            <a:ahLst/>
            <a:cxnLst/>
            <a:rect l="0" t="0" r="0" b="0"/>
            <a:pathLst>
              <a:path w="565565" h="2309374">
                <a:moveTo>
                  <a:pt x="0" y="0"/>
                </a:moveTo>
                <a:lnTo>
                  <a:pt x="0" y="2309374"/>
                </a:lnTo>
                <a:lnTo>
                  <a:pt x="565565" y="2309374"/>
                </a:lnTo>
                <a:lnTo>
                  <a:pt x="565565" y="0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20348" y="2184628"/>
            <a:ext cx="565565" cy="2309370"/>
          </a:xfrm>
          <a:custGeom>
            <a:avLst/>
            <a:gdLst/>
            <a:ahLst/>
            <a:cxnLst/>
            <a:rect l="0" t="0" r="0" b="0"/>
            <a:pathLst>
              <a:path w="565565" h="2309370">
                <a:moveTo>
                  <a:pt x="0" y="0"/>
                </a:moveTo>
                <a:lnTo>
                  <a:pt x="0" y="2309370"/>
                </a:lnTo>
                <a:lnTo>
                  <a:pt x="565565" y="2309370"/>
                </a:lnTo>
                <a:lnTo>
                  <a:pt x="565565" y="0"/>
                </a:lnTo>
                <a:lnTo>
                  <a:pt x="0" y="0"/>
                </a:lnTo>
                <a:close/>
              </a:path>
            </a:pathLst>
          </a:custGeom>
          <a:noFill/>
          <a:ln w="589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8666" y="1701545"/>
            <a:ext cx="1501673" cy="2120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22403B"/>
                </a:solidFill>
                <a:latin typeface="Roboto Slab"/>
              </a:rPr>
              <a:t>AI Fashion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3659" y="1701545"/>
            <a:ext cx="2449715" cy="2120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2403B"/>
                </a:solidFill>
                <a:latin typeface="Roboto Slab"/>
              </a:rPr>
              <a:t>AI Fashion Image Generation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667946" y="376237"/>
            <a:ext cx="2085527" cy="342900"/>
            <a:chOff x="6667946" y="371475"/>
            <a:chExt cx="2085527" cy="342900"/>
          </a:xfrm>
        </p:grpSpPr>
        <p:sp>
          <p:nvSpPr>
            <p:cNvPr id="12" name="TextBox 11"/>
            <p:cNvSpPr txBox="1"/>
            <p:nvPr/>
          </p:nvSpPr>
          <p:spPr>
            <a:xfrm>
              <a:off x="6667946" y="371475"/>
              <a:ext cx="208552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Key Features: Intelligent Product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67946" y="542925"/>
              <a:ext cx="208552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Recommendations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3260201" y="2475266"/>
            <a:ext cx="361333" cy="361333"/>
          </a:xfrm>
          <a:custGeom>
            <a:avLst/>
            <a:gdLst/>
            <a:ahLst/>
            <a:cxnLst/>
            <a:rect l="0" t="0" r="0" b="0"/>
            <a:pathLst>
              <a:path w="361333" h="361333">
                <a:moveTo>
                  <a:pt x="82069" y="104032"/>
                </a:moveTo>
                <a:lnTo>
                  <a:pt x="159945" y="104032"/>
                </a:lnTo>
                <a:lnTo>
                  <a:pt x="159945" y="174084"/>
                </a:lnTo>
                <a:lnTo>
                  <a:pt x="82069" y="174084"/>
                </a:lnTo>
                <a:close/>
                <a:moveTo>
                  <a:pt x="205881" y="104032"/>
                </a:moveTo>
                <a:lnTo>
                  <a:pt x="283756" y="104032"/>
                </a:lnTo>
                <a:lnTo>
                  <a:pt x="283756" y="174084"/>
                </a:lnTo>
                <a:lnTo>
                  <a:pt x="205881" y="174084"/>
                </a:lnTo>
                <a:close/>
                <a:moveTo>
                  <a:pt x="50602" y="210076"/>
                </a:moveTo>
                <a:cubicBezTo>
                  <a:pt x="50602" y="190198"/>
                  <a:pt x="66716" y="174084"/>
                  <a:pt x="86594" y="174084"/>
                </a:cubicBezTo>
                <a:lnTo>
                  <a:pt x="277849" y="174084"/>
                </a:lnTo>
                <a:cubicBezTo>
                  <a:pt x="290890" y="173811"/>
                  <a:pt x="303059" y="180613"/>
                  <a:pt x="309659" y="191863"/>
                </a:cubicBezTo>
                <a:cubicBezTo>
                  <a:pt x="316259" y="203114"/>
                  <a:pt x="316259" y="217054"/>
                  <a:pt x="309659" y="228304"/>
                </a:cubicBezTo>
                <a:cubicBezTo>
                  <a:pt x="303059" y="239555"/>
                  <a:pt x="290890" y="246356"/>
                  <a:pt x="277849" y="246083"/>
                </a:cubicBezTo>
                <a:lnTo>
                  <a:pt x="86594" y="246084"/>
                </a:lnTo>
                <a:cubicBezTo>
                  <a:pt x="66714" y="246075"/>
                  <a:pt x="50602" y="229956"/>
                  <a:pt x="50602" y="210076"/>
                </a:cubicBezTo>
                <a:close/>
                <a:moveTo>
                  <a:pt x="247325" y="210076"/>
                </a:moveTo>
                <a:cubicBezTo>
                  <a:pt x="247325" y="206102"/>
                  <a:pt x="250546" y="202881"/>
                  <a:pt x="254520" y="202881"/>
                </a:cubicBezTo>
                <a:cubicBezTo>
                  <a:pt x="258494" y="202881"/>
                  <a:pt x="261715" y="206102"/>
                  <a:pt x="261715" y="210076"/>
                </a:cubicBezTo>
                <a:cubicBezTo>
                  <a:pt x="261715" y="214050"/>
                  <a:pt x="258494" y="217271"/>
                  <a:pt x="254520" y="217271"/>
                </a:cubicBezTo>
                <a:cubicBezTo>
                  <a:pt x="250546" y="217271"/>
                  <a:pt x="247325" y="214050"/>
                  <a:pt x="247325" y="210076"/>
                </a:cubicBezTo>
                <a:moveTo>
                  <a:pt x="174728" y="210076"/>
                </a:moveTo>
                <a:cubicBezTo>
                  <a:pt x="174728" y="206102"/>
                  <a:pt x="177949" y="202881"/>
                  <a:pt x="181923" y="202881"/>
                </a:cubicBezTo>
                <a:cubicBezTo>
                  <a:pt x="185897" y="202881"/>
                  <a:pt x="189118" y="206102"/>
                  <a:pt x="189118" y="210076"/>
                </a:cubicBezTo>
                <a:cubicBezTo>
                  <a:pt x="189118" y="214050"/>
                  <a:pt x="185897" y="217271"/>
                  <a:pt x="181923" y="217271"/>
                </a:cubicBezTo>
                <a:cubicBezTo>
                  <a:pt x="177949" y="217271"/>
                  <a:pt x="174728" y="214050"/>
                  <a:pt x="174728" y="210076"/>
                </a:cubicBezTo>
                <a:moveTo>
                  <a:pt x="102728" y="210076"/>
                </a:moveTo>
                <a:cubicBezTo>
                  <a:pt x="102728" y="206102"/>
                  <a:pt x="105950" y="202881"/>
                  <a:pt x="109923" y="202881"/>
                </a:cubicBezTo>
                <a:cubicBezTo>
                  <a:pt x="113897" y="202881"/>
                  <a:pt x="117119" y="206102"/>
                  <a:pt x="117119" y="210076"/>
                </a:cubicBezTo>
                <a:cubicBezTo>
                  <a:pt x="117119" y="214050"/>
                  <a:pt x="113897" y="217271"/>
                  <a:pt x="109923" y="217271"/>
                </a:cubicBezTo>
                <a:cubicBezTo>
                  <a:pt x="105950" y="217271"/>
                  <a:pt x="102728" y="214050"/>
                  <a:pt x="102728" y="210076"/>
                </a:cubicBezTo>
                <a:moveTo>
                  <a:pt x="361333" y="0"/>
                </a:moveTo>
                <a:cubicBezTo>
                  <a:pt x="351954" y="28145"/>
                  <a:pt x="325615" y="47130"/>
                  <a:pt x="295948" y="47130"/>
                </a:cubicBezTo>
                <a:lnTo>
                  <a:pt x="31420" y="47130"/>
                </a:lnTo>
                <a:cubicBezTo>
                  <a:pt x="14088" y="47182"/>
                  <a:pt x="51" y="61219"/>
                  <a:pt x="0" y="78550"/>
                </a:cubicBezTo>
                <a:lnTo>
                  <a:pt x="0" y="329913"/>
                </a:lnTo>
                <a:cubicBezTo>
                  <a:pt x="0" y="312560"/>
                  <a:pt x="14067" y="298493"/>
                  <a:pt x="31420" y="298493"/>
                </a:cubicBezTo>
                <a:lnTo>
                  <a:pt x="295947" y="298493"/>
                </a:lnTo>
                <a:cubicBezTo>
                  <a:pt x="325615" y="298493"/>
                  <a:pt x="351954" y="279508"/>
                  <a:pt x="361333" y="251362"/>
                </a:cubicBezTo>
                <a:close/>
                <a:moveTo>
                  <a:pt x="0" y="329913"/>
                </a:moveTo>
                <a:cubicBezTo>
                  <a:pt x="0" y="347266"/>
                  <a:pt x="14067" y="361333"/>
                  <a:pt x="31420" y="361333"/>
                </a:cubicBezTo>
                <a:lnTo>
                  <a:pt x="149246" y="361333"/>
                </a:lnTo>
                <a:cubicBezTo>
                  <a:pt x="157923" y="361333"/>
                  <a:pt x="164956" y="354300"/>
                  <a:pt x="164956" y="345623"/>
                </a:cubicBezTo>
                <a:lnTo>
                  <a:pt x="164956" y="298493"/>
                </a:lnTo>
              </a:path>
            </a:pathLst>
          </a:custGeom>
          <a:noFill/>
          <a:ln w="58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14609" y="2467411"/>
            <a:ext cx="365261" cy="365261"/>
          </a:xfrm>
          <a:custGeom>
            <a:avLst/>
            <a:gdLst/>
            <a:ahLst/>
            <a:cxnLst/>
            <a:rect l="0" t="0" r="0" b="0"/>
            <a:pathLst>
              <a:path w="365261" h="365261">
                <a:moveTo>
                  <a:pt x="253719" y="135258"/>
                </a:moveTo>
                <a:cubicBezTo>
                  <a:pt x="242721" y="125832"/>
                  <a:pt x="234866" y="111692"/>
                  <a:pt x="234866" y="94411"/>
                </a:cubicBezTo>
                <a:lnTo>
                  <a:pt x="234866" y="66133"/>
                </a:lnTo>
                <a:cubicBezTo>
                  <a:pt x="234866" y="42568"/>
                  <a:pt x="249006" y="20574"/>
                  <a:pt x="271000" y="14289"/>
                </a:cubicBezTo>
                <a:cubicBezTo>
                  <a:pt x="307133" y="3292"/>
                  <a:pt x="341696" y="30000"/>
                  <a:pt x="341696" y="64562"/>
                </a:cubicBezTo>
                <a:lnTo>
                  <a:pt x="341696" y="94411"/>
                </a:lnTo>
                <a:cubicBezTo>
                  <a:pt x="341696" y="110121"/>
                  <a:pt x="335411" y="124261"/>
                  <a:pt x="324414" y="133687"/>
                </a:cubicBezTo>
                <a:moveTo>
                  <a:pt x="341696" y="73990"/>
                </a:moveTo>
                <a:cubicBezTo>
                  <a:pt x="324414" y="78703"/>
                  <a:pt x="310275" y="73990"/>
                  <a:pt x="297707" y="59851"/>
                </a:cubicBezTo>
                <a:cubicBezTo>
                  <a:pt x="271000" y="94414"/>
                  <a:pt x="234866" y="86559"/>
                  <a:pt x="234866" y="86559"/>
                </a:cubicBezTo>
                <a:moveTo>
                  <a:pt x="0" y="0"/>
                </a:moveTo>
                <a:moveTo>
                  <a:pt x="310275" y="196529"/>
                </a:moveTo>
                <a:lnTo>
                  <a:pt x="281997" y="124262"/>
                </a:lnTo>
                <a:lnTo>
                  <a:pt x="354264" y="152540"/>
                </a:lnTo>
                <a:close/>
                <a:moveTo>
                  <a:pt x="0" y="0"/>
                </a:moveTo>
                <a:moveTo>
                  <a:pt x="332269" y="174533"/>
                </a:moveTo>
                <a:lnTo>
                  <a:pt x="365261" y="207524"/>
                </a:lnTo>
                <a:moveTo>
                  <a:pt x="200304" y="294565"/>
                </a:moveTo>
                <a:cubicBezTo>
                  <a:pt x="200304" y="303991"/>
                  <a:pt x="194020" y="310275"/>
                  <a:pt x="184594" y="310275"/>
                </a:cubicBezTo>
                <a:lnTo>
                  <a:pt x="27492" y="310275"/>
                </a:lnTo>
                <a:cubicBezTo>
                  <a:pt x="18066" y="310275"/>
                  <a:pt x="11782" y="303991"/>
                  <a:pt x="11782" y="294565"/>
                </a:cubicBezTo>
                <a:lnTo>
                  <a:pt x="11782" y="153174"/>
                </a:lnTo>
                <a:cubicBezTo>
                  <a:pt x="11782" y="143747"/>
                  <a:pt x="18066" y="137463"/>
                  <a:pt x="27492" y="137463"/>
                </a:cubicBezTo>
                <a:lnTo>
                  <a:pt x="184594" y="137463"/>
                </a:lnTo>
                <a:cubicBezTo>
                  <a:pt x="194020" y="137463"/>
                  <a:pt x="200304" y="143747"/>
                  <a:pt x="200304" y="153174"/>
                </a:cubicBezTo>
                <a:close/>
                <a:moveTo>
                  <a:pt x="52936" y="310373"/>
                </a:moveTo>
                <a:lnTo>
                  <a:pt x="27492" y="365261"/>
                </a:lnTo>
                <a:moveTo>
                  <a:pt x="106043" y="137463"/>
                </a:moveTo>
                <a:lnTo>
                  <a:pt x="106043" y="98188"/>
                </a:lnTo>
                <a:moveTo>
                  <a:pt x="0" y="0"/>
                </a:moveTo>
                <a:moveTo>
                  <a:pt x="159106" y="310275"/>
                </a:moveTo>
                <a:lnTo>
                  <a:pt x="184594" y="365261"/>
                </a:lnTo>
                <a:moveTo>
                  <a:pt x="107614" y="225439"/>
                </a:moveTo>
                <a:cubicBezTo>
                  <a:pt x="98188" y="216013"/>
                  <a:pt x="85598" y="217086"/>
                  <a:pt x="76194" y="225439"/>
                </a:cubicBezTo>
                <a:cubicBezTo>
                  <a:pt x="65908" y="233994"/>
                  <a:pt x="67222" y="249925"/>
                  <a:pt x="52393" y="256859"/>
                </a:cubicBezTo>
                <a:cubicBezTo>
                  <a:pt x="58851" y="265354"/>
                  <a:pt x="89946" y="274527"/>
                  <a:pt x="107614" y="256859"/>
                </a:cubicBezTo>
                <a:cubicBezTo>
                  <a:pt x="117040" y="247433"/>
                  <a:pt x="117040" y="234865"/>
                  <a:pt x="107614" y="225439"/>
                </a:cubicBezTo>
                <a:close/>
                <a:moveTo>
                  <a:pt x="0" y="0"/>
                </a:moveTo>
                <a:moveTo>
                  <a:pt x="109849" y="227919"/>
                </a:moveTo>
                <a:lnTo>
                  <a:pt x="150031" y="187737"/>
                </a:lnTo>
              </a:path>
            </a:pathLst>
          </a:custGeom>
          <a:noFill/>
          <a:ln w="58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" name="Group 19"/>
          <p:cNvGrpSpPr/>
          <p:nvPr/>
        </p:nvGrpSpPr>
        <p:grpSpPr>
          <a:xfrm>
            <a:off x="971094" y="2467408"/>
            <a:ext cx="1979418" cy="424166"/>
            <a:chOff x="971094" y="2462646"/>
            <a:chExt cx="1979418" cy="424166"/>
          </a:xfrm>
        </p:grpSpPr>
        <p:sp>
          <p:nvSpPr>
            <p:cNvPr id="17" name="TextBox 16"/>
            <p:cNvSpPr txBox="1"/>
            <p:nvPr/>
          </p:nvSpPr>
          <p:spPr>
            <a:xfrm>
              <a:off x="971094" y="2462646"/>
              <a:ext cx="1979418" cy="141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Provides a comprehensive suite for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1094" y="2604092"/>
              <a:ext cx="1979418" cy="1413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specification and tech pack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71094" y="2745443"/>
              <a:ext cx="1979418" cy="141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generation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189438" y="2561673"/>
            <a:ext cx="765124" cy="282778"/>
            <a:chOff x="4189438" y="2556911"/>
            <a:chExt cx="765124" cy="282778"/>
          </a:xfrm>
        </p:grpSpPr>
        <p:sp>
          <p:nvSpPr>
            <p:cNvPr id="21" name="TextBox 20"/>
            <p:cNvSpPr txBox="1"/>
            <p:nvPr/>
          </p:nvSpPr>
          <p:spPr>
            <a:xfrm>
              <a:off x="4189438" y="2556911"/>
              <a:ext cx="765124" cy="141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22403B"/>
                  </a:solidFill>
                  <a:latin typeface="Roboto Slab"/>
                </a:rPr>
                <a:t>Primary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89438" y="2698262"/>
              <a:ext cx="765124" cy="141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22403B"/>
                  </a:solidFill>
                  <a:latin typeface="Roboto Slab"/>
                </a:rPr>
                <a:t>Functionality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90525" y="376237"/>
            <a:ext cx="4030865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22403B"/>
                </a:solidFill>
                <a:latin typeface="Roboto Slab"/>
              </a:rPr>
              <a:t>Platform Capabilities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193487" y="2844451"/>
            <a:ext cx="1825523" cy="282778"/>
            <a:chOff x="6193487" y="2839689"/>
            <a:chExt cx="1825523" cy="282778"/>
          </a:xfrm>
        </p:grpSpPr>
        <p:sp>
          <p:nvSpPr>
            <p:cNvPr id="25" name="TextBox 24"/>
            <p:cNvSpPr txBox="1"/>
            <p:nvPr/>
          </p:nvSpPr>
          <p:spPr>
            <a:xfrm>
              <a:off x="6193487" y="2839689"/>
              <a:ext cx="1825523" cy="141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Produces high-fidelity visual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93487" y="2981040"/>
              <a:ext cx="1825523" cy="141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representations from text prompts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69161" y="2985838"/>
            <a:ext cx="1981352" cy="282778"/>
            <a:chOff x="969161" y="2981076"/>
            <a:chExt cx="1981352" cy="282778"/>
          </a:xfrm>
        </p:grpSpPr>
        <p:sp>
          <p:nvSpPr>
            <p:cNvPr id="28" name="TextBox 27"/>
            <p:cNvSpPr txBox="1"/>
            <p:nvPr/>
          </p:nvSpPr>
          <p:spPr>
            <a:xfrm>
              <a:off x="969161" y="2981076"/>
              <a:ext cx="1981352" cy="141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Streamlines technical documentation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69161" y="3122427"/>
              <a:ext cx="1981352" cy="141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and production readiness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3260201" y="3677085"/>
            <a:ext cx="361333" cy="314203"/>
          </a:xfrm>
          <a:custGeom>
            <a:avLst/>
            <a:gdLst/>
            <a:ahLst/>
            <a:cxnLst/>
            <a:rect l="0" t="0" r="0" b="0"/>
            <a:pathLst>
              <a:path w="361333" h="314203">
                <a:moveTo>
                  <a:pt x="271000" y="164956"/>
                </a:moveTo>
                <a:cubicBezTo>
                  <a:pt x="271000" y="167125"/>
                  <a:pt x="269241" y="168884"/>
                  <a:pt x="267072" y="168884"/>
                </a:cubicBezTo>
                <a:cubicBezTo>
                  <a:pt x="264903" y="168884"/>
                  <a:pt x="263145" y="167125"/>
                  <a:pt x="263145" y="164956"/>
                </a:cubicBezTo>
                <a:cubicBezTo>
                  <a:pt x="263145" y="162787"/>
                  <a:pt x="264903" y="161029"/>
                  <a:pt x="267072" y="161029"/>
                </a:cubicBezTo>
                <a:cubicBezTo>
                  <a:pt x="269241" y="161029"/>
                  <a:pt x="271000" y="162787"/>
                  <a:pt x="271000" y="164956"/>
                </a:cubicBezTo>
                <a:moveTo>
                  <a:pt x="271000" y="204232"/>
                </a:moveTo>
                <a:cubicBezTo>
                  <a:pt x="271000" y="206401"/>
                  <a:pt x="269241" y="208159"/>
                  <a:pt x="267072" y="208159"/>
                </a:cubicBezTo>
                <a:cubicBezTo>
                  <a:pt x="264903" y="208159"/>
                  <a:pt x="263145" y="206401"/>
                  <a:pt x="263145" y="204232"/>
                </a:cubicBezTo>
                <a:cubicBezTo>
                  <a:pt x="263145" y="202062"/>
                  <a:pt x="264903" y="200304"/>
                  <a:pt x="267072" y="200304"/>
                </a:cubicBezTo>
                <a:cubicBezTo>
                  <a:pt x="269241" y="200304"/>
                  <a:pt x="271000" y="202062"/>
                  <a:pt x="271000" y="204232"/>
                </a:cubicBezTo>
                <a:moveTo>
                  <a:pt x="271000" y="243507"/>
                </a:moveTo>
                <a:cubicBezTo>
                  <a:pt x="271000" y="245676"/>
                  <a:pt x="269241" y="247435"/>
                  <a:pt x="267072" y="247435"/>
                </a:cubicBezTo>
                <a:cubicBezTo>
                  <a:pt x="264903" y="247435"/>
                  <a:pt x="263145" y="245676"/>
                  <a:pt x="263145" y="243507"/>
                </a:cubicBezTo>
                <a:cubicBezTo>
                  <a:pt x="263145" y="241338"/>
                  <a:pt x="264903" y="239579"/>
                  <a:pt x="267072" y="239579"/>
                </a:cubicBezTo>
                <a:cubicBezTo>
                  <a:pt x="269241" y="239579"/>
                  <a:pt x="271000" y="241338"/>
                  <a:pt x="271000" y="243507"/>
                </a:cubicBezTo>
                <a:moveTo>
                  <a:pt x="271000" y="278855"/>
                </a:moveTo>
                <a:cubicBezTo>
                  <a:pt x="271000" y="281024"/>
                  <a:pt x="269241" y="282782"/>
                  <a:pt x="267072" y="282782"/>
                </a:cubicBezTo>
                <a:cubicBezTo>
                  <a:pt x="264903" y="282782"/>
                  <a:pt x="263145" y="281024"/>
                  <a:pt x="263145" y="278855"/>
                </a:cubicBezTo>
                <a:cubicBezTo>
                  <a:pt x="263145" y="276686"/>
                  <a:pt x="264903" y="274927"/>
                  <a:pt x="267072" y="274927"/>
                </a:cubicBezTo>
                <a:cubicBezTo>
                  <a:pt x="269241" y="274927"/>
                  <a:pt x="271000" y="276686"/>
                  <a:pt x="271000" y="278855"/>
                </a:cubicBezTo>
                <a:moveTo>
                  <a:pt x="176582" y="47130"/>
                </a:moveTo>
                <a:cubicBezTo>
                  <a:pt x="170609" y="47172"/>
                  <a:pt x="165130" y="43823"/>
                  <a:pt x="162443" y="38489"/>
                </a:cubicBezTo>
                <a:lnTo>
                  <a:pt x="147518" y="8640"/>
                </a:lnTo>
                <a:cubicBezTo>
                  <a:pt x="144856" y="3357"/>
                  <a:pt x="139452" y="17"/>
                  <a:pt x="133536" y="0"/>
                </a:cubicBezTo>
                <a:lnTo>
                  <a:pt x="15710" y="0"/>
                </a:lnTo>
                <a:cubicBezTo>
                  <a:pt x="7033" y="0"/>
                  <a:pt x="0" y="7033"/>
                  <a:pt x="0" y="15710"/>
                </a:cubicBezTo>
                <a:lnTo>
                  <a:pt x="0" y="298493"/>
                </a:lnTo>
                <a:cubicBezTo>
                  <a:pt x="0" y="307169"/>
                  <a:pt x="7033" y="314203"/>
                  <a:pt x="15710" y="314203"/>
                </a:cubicBezTo>
                <a:lnTo>
                  <a:pt x="345623" y="314203"/>
                </a:lnTo>
                <a:cubicBezTo>
                  <a:pt x="354300" y="314203"/>
                  <a:pt x="361333" y="307169"/>
                  <a:pt x="361333" y="298493"/>
                </a:cubicBezTo>
                <a:lnTo>
                  <a:pt x="361333" y="62840"/>
                </a:lnTo>
                <a:cubicBezTo>
                  <a:pt x="361333" y="54164"/>
                  <a:pt x="354300" y="47130"/>
                  <a:pt x="345623" y="47130"/>
                </a:cubicBezTo>
                <a:close/>
                <a:moveTo>
                  <a:pt x="282782" y="47130"/>
                </a:moveTo>
                <a:lnTo>
                  <a:pt x="290638" y="103844"/>
                </a:lnTo>
                <a:cubicBezTo>
                  <a:pt x="291447" y="110448"/>
                  <a:pt x="289388" y="117082"/>
                  <a:pt x="284982" y="122067"/>
                </a:cubicBezTo>
                <a:cubicBezTo>
                  <a:pt x="280371" y="127072"/>
                  <a:pt x="273877" y="129920"/>
                  <a:pt x="267072" y="129920"/>
                </a:cubicBezTo>
                <a:cubicBezTo>
                  <a:pt x="260267" y="129920"/>
                  <a:pt x="253773" y="127072"/>
                  <a:pt x="249163" y="122067"/>
                </a:cubicBezTo>
                <a:cubicBezTo>
                  <a:pt x="244757" y="117082"/>
                  <a:pt x="242698" y="110448"/>
                  <a:pt x="243507" y="103844"/>
                </a:cubicBezTo>
                <a:lnTo>
                  <a:pt x="249006" y="47130"/>
                </a:lnTo>
              </a:path>
            </a:pathLst>
          </a:custGeom>
          <a:noFill/>
          <a:ln w="58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21849" y="3659459"/>
            <a:ext cx="361948" cy="347539"/>
          </a:xfrm>
          <a:custGeom>
            <a:avLst/>
            <a:gdLst/>
            <a:ahLst/>
            <a:cxnLst/>
            <a:rect l="0" t="0" r="0" b="0"/>
            <a:pathLst>
              <a:path w="361948" h="347539">
                <a:moveTo>
                  <a:pt x="172170" y="24224"/>
                </a:moveTo>
                <a:cubicBezTo>
                  <a:pt x="172233" y="15187"/>
                  <a:pt x="166839" y="7004"/>
                  <a:pt x="158508" y="3502"/>
                </a:cubicBezTo>
                <a:cubicBezTo>
                  <a:pt x="150177" y="0"/>
                  <a:pt x="140556" y="1869"/>
                  <a:pt x="134143" y="8237"/>
                </a:cubicBezTo>
                <a:cubicBezTo>
                  <a:pt x="127730" y="14604"/>
                  <a:pt x="125793" y="24212"/>
                  <a:pt x="129236" y="32567"/>
                </a:cubicBezTo>
                <a:cubicBezTo>
                  <a:pt x="132680" y="40923"/>
                  <a:pt x="140824" y="46375"/>
                  <a:pt x="149861" y="46375"/>
                </a:cubicBezTo>
                <a:lnTo>
                  <a:pt x="149861" y="71040"/>
                </a:lnTo>
                <a:moveTo>
                  <a:pt x="217886" y="105288"/>
                </a:moveTo>
                <a:lnTo>
                  <a:pt x="149861" y="71040"/>
                </a:lnTo>
                <a:lnTo>
                  <a:pt x="11455" y="129011"/>
                </a:lnTo>
                <a:cubicBezTo>
                  <a:pt x="7048" y="130416"/>
                  <a:pt x="3485" y="133692"/>
                  <a:pt x="1714" y="137966"/>
                </a:cubicBezTo>
                <a:lnTo>
                  <a:pt x="1714" y="137966"/>
                </a:lnTo>
                <a:cubicBezTo>
                  <a:pt x="0" y="142702"/>
                  <a:pt x="660" y="147973"/>
                  <a:pt x="3490" y="152140"/>
                </a:cubicBezTo>
                <a:cubicBezTo>
                  <a:pt x="6319" y="156307"/>
                  <a:pt x="10976" y="158865"/>
                  <a:pt x="16011" y="159017"/>
                </a:cubicBezTo>
                <a:lnTo>
                  <a:pt x="204533" y="159017"/>
                </a:lnTo>
                <a:moveTo>
                  <a:pt x="259832" y="56901"/>
                </a:moveTo>
                <a:cubicBezTo>
                  <a:pt x="259832" y="78592"/>
                  <a:pt x="277417" y="96176"/>
                  <a:pt x="299108" y="96176"/>
                </a:cubicBezTo>
                <a:cubicBezTo>
                  <a:pt x="320799" y="96176"/>
                  <a:pt x="338383" y="78592"/>
                  <a:pt x="338383" y="56901"/>
                </a:cubicBezTo>
                <a:cubicBezTo>
                  <a:pt x="338383" y="35210"/>
                  <a:pt x="320799" y="17626"/>
                  <a:pt x="299108" y="17626"/>
                </a:cubicBezTo>
                <a:cubicBezTo>
                  <a:pt x="277417" y="17626"/>
                  <a:pt x="259832" y="35210"/>
                  <a:pt x="259832" y="56901"/>
                </a:cubicBezTo>
                <a:moveTo>
                  <a:pt x="361948" y="174727"/>
                </a:moveTo>
                <a:cubicBezTo>
                  <a:pt x="361948" y="140021"/>
                  <a:pt x="333814" y="111887"/>
                  <a:pt x="299108" y="111887"/>
                </a:cubicBezTo>
                <a:cubicBezTo>
                  <a:pt x="264402" y="111887"/>
                  <a:pt x="236267" y="140021"/>
                  <a:pt x="236267" y="174727"/>
                </a:cubicBezTo>
                <a:lnTo>
                  <a:pt x="236267" y="229713"/>
                </a:lnTo>
                <a:cubicBezTo>
                  <a:pt x="236267" y="234051"/>
                  <a:pt x="239784" y="237568"/>
                  <a:pt x="244122" y="237568"/>
                </a:cubicBezTo>
                <a:lnTo>
                  <a:pt x="268944" y="237568"/>
                </a:lnTo>
                <a:lnTo>
                  <a:pt x="275543" y="340155"/>
                </a:lnTo>
                <a:cubicBezTo>
                  <a:pt x="275866" y="344273"/>
                  <a:pt x="279267" y="347471"/>
                  <a:pt x="283398" y="347539"/>
                </a:cubicBezTo>
                <a:lnTo>
                  <a:pt x="315761" y="347539"/>
                </a:lnTo>
                <a:cubicBezTo>
                  <a:pt x="319891" y="347471"/>
                  <a:pt x="323292" y="344273"/>
                  <a:pt x="323616" y="340155"/>
                </a:cubicBezTo>
                <a:lnTo>
                  <a:pt x="329271" y="237568"/>
                </a:lnTo>
                <a:lnTo>
                  <a:pt x="354093" y="237568"/>
                </a:lnTo>
                <a:cubicBezTo>
                  <a:pt x="358432" y="237568"/>
                  <a:pt x="361948" y="234051"/>
                  <a:pt x="361948" y="229713"/>
                </a:cubicBezTo>
                <a:close/>
              </a:path>
            </a:pathLst>
          </a:custGeom>
          <a:noFill/>
          <a:ln w="58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5" name="Group 34"/>
          <p:cNvGrpSpPr/>
          <p:nvPr/>
        </p:nvGrpSpPr>
        <p:grpSpPr>
          <a:xfrm>
            <a:off x="920793" y="3645662"/>
            <a:ext cx="2029720" cy="282778"/>
            <a:chOff x="920793" y="3640900"/>
            <a:chExt cx="2029720" cy="282778"/>
          </a:xfrm>
        </p:grpSpPr>
        <p:sp>
          <p:nvSpPr>
            <p:cNvPr id="33" name="TextBox 32"/>
            <p:cNvSpPr txBox="1"/>
            <p:nvPr/>
          </p:nvSpPr>
          <p:spPr>
            <a:xfrm>
              <a:off x="920793" y="3640900"/>
              <a:ext cx="2029720" cy="141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Facilitates collections and wardrobe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20793" y="3782251"/>
              <a:ext cx="2029720" cy="141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management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193487" y="3645664"/>
            <a:ext cx="1891750" cy="14138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Enables virtual try-on integration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4259161" y="3739926"/>
            <a:ext cx="625678" cy="282778"/>
            <a:chOff x="4259161" y="3735164"/>
            <a:chExt cx="625678" cy="282778"/>
          </a:xfrm>
        </p:grpSpPr>
        <p:sp>
          <p:nvSpPr>
            <p:cNvPr id="37" name="TextBox 36"/>
            <p:cNvSpPr txBox="1"/>
            <p:nvPr/>
          </p:nvSpPr>
          <p:spPr>
            <a:xfrm>
              <a:off x="4259161" y="3735164"/>
              <a:ext cx="625678" cy="141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22403B"/>
                  </a:solidFill>
                  <a:latin typeface="Roboto Slab"/>
                </a:rPr>
                <a:t>Workflow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259161" y="3876515"/>
              <a:ext cx="625678" cy="141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22403B"/>
                  </a:solidFill>
                  <a:latin typeface="Roboto Slab"/>
                </a:rPr>
                <a:t>Integration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193487" y="3881318"/>
            <a:ext cx="1959768" cy="282777"/>
            <a:chOff x="6193487" y="3876556"/>
            <a:chExt cx="1959768" cy="282777"/>
          </a:xfrm>
        </p:grpSpPr>
        <p:sp>
          <p:nvSpPr>
            <p:cNvPr id="40" name="TextBox 39"/>
            <p:cNvSpPr txBox="1"/>
            <p:nvPr/>
          </p:nvSpPr>
          <p:spPr>
            <a:xfrm>
              <a:off x="6193487" y="3876556"/>
              <a:ext cx="1959768" cy="141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Bridges the gap between conceptual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193487" y="4017906"/>
              <a:ext cx="1959768" cy="141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design and realistic visualization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938204" y="4022705"/>
            <a:ext cx="2012308" cy="282778"/>
            <a:chOff x="938204" y="4017943"/>
            <a:chExt cx="2012308" cy="282778"/>
          </a:xfrm>
        </p:grpSpPr>
        <p:sp>
          <p:nvSpPr>
            <p:cNvPr id="43" name="TextBox 42"/>
            <p:cNvSpPr txBox="1"/>
            <p:nvPr/>
          </p:nvSpPr>
          <p:spPr>
            <a:xfrm>
              <a:off x="938204" y="4017943"/>
              <a:ext cx="2012308" cy="141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Organizes complex design assets into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38204" y="4159294"/>
              <a:ext cx="2012308" cy="141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cohesive seasonal lines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6193487" y="2467409"/>
            <a:ext cx="2068858" cy="282778"/>
            <a:chOff x="6193487" y="2462647"/>
            <a:chExt cx="2068858" cy="282778"/>
          </a:xfrm>
        </p:grpSpPr>
        <p:sp>
          <p:nvSpPr>
            <p:cNvPr id="46" name="TextBox 45"/>
            <p:cNvSpPr txBox="1"/>
            <p:nvPr/>
          </p:nvSpPr>
          <p:spPr>
            <a:xfrm>
              <a:off x="6193487" y="2462647"/>
              <a:ext cx="2068858" cy="141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Focuses on the creative rendering of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193487" y="2603998"/>
              <a:ext cx="2068858" cy="141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apparel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42353" y="2816534"/>
            <a:ext cx="3894777" cy="1292395"/>
          </a:xfrm>
          <a:custGeom>
            <a:avLst/>
            <a:gdLst/>
            <a:ahLst/>
            <a:cxnLst/>
            <a:rect l="0" t="0" r="0" b="0"/>
            <a:pathLst>
              <a:path w="3894777" h="1292395">
                <a:moveTo>
                  <a:pt x="182041" y="387718"/>
                </a:moveTo>
                <a:cubicBezTo>
                  <a:pt x="182041" y="387718"/>
                  <a:pt x="83049" y="483960"/>
                  <a:pt x="176541" y="547201"/>
                </a:cubicBezTo>
                <a:moveTo>
                  <a:pt x="176541" y="909028"/>
                </a:moveTo>
                <a:cubicBezTo>
                  <a:pt x="253535" y="863233"/>
                  <a:pt x="267526" y="856169"/>
                  <a:pt x="319530" y="771599"/>
                </a:cubicBezTo>
                <a:cubicBezTo>
                  <a:pt x="403712" y="634699"/>
                  <a:pt x="536762" y="676445"/>
                  <a:pt x="663252" y="574698"/>
                </a:cubicBezTo>
                <a:moveTo>
                  <a:pt x="778742" y="634993"/>
                </a:moveTo>
                <a:cubicBezTo>
                  <a:pt x="701748" y="765745"/>
                  <a:pt x="742995" y="825115"/>
                  <a:pt x="698998" y="899177"/>
                </a:cubicBezTo>
                <a:cubicBezTo>
                  <a:pt x="655002" y="973238"/>
                  <a:pt x="535460" y="971809"/>
                  <a:pt x="437708" y="1082218"/>
                </a:cubicBezTo>
                <a:moveTo>
                  <a:pt x="550510" y="721982"/>
                </a:moveTo>
                <a:cubicBezTo>
                  <a:pt x="778742" y="634993"/>
                  <a:pt x="755413" y="505958"/>
                  <a:pt x="828238" y="404217"/>
                </a:cubicBezTo>
                <a:cubicBezTo>
                  <a:pt x="908936" y="291476"/>
                  <a:pt x="1092216" y="217569"/>
                  <a:pt x="902482" y="145733"/>
                </a:cubicBezTo>
                <a:moveTo>
                  <a:pt x="858485" y="659942"/>
                </a:moveTo>
                <a:cubicBezTo>
                  <a:pt x="869484" y="338616"/>
                  <a:pt x="1136213" y="271952"/>
                  <a:pt x="1070218" y="186980"/>
                </a:cubicBezTo>
                <a:moveTo>
                  <a:pt x="837680" y="1042161"/>
                </a:moveTo>
                <a:cubicBezTo>
                  <a:pt x="972233" y="912451"/>
                  <a:pt x="1096444" y="755077"/>
                  <a:pt x="1070218" y="634993"/>
                </a:cubicBezTo>
                <a:cubicBezTo>
                  <a:pt x="1043992" y="514909"/>
                  <a:pt x="1133463" y="416655"/>
                  <a:pt x="1248491" y="258865"/>
                </a:cubicBezTo>
                <a:moveTo>
                  <a:pt x="844736" y="52245"/>
                </a:moveTo>
                <a:cubicBezTo>
                  <a:pt x="844736" y="52245"/>
                  <a:pt x="967560" y="71494"/>
                  <a:pt x="1034725" y="142234"/>
                </a:cubicBezTo>
                <a:moveTo>
                  <a:pt x="902482" y="13748"/>
                </a:moveTo>
                <a:cubicBezTo>
                  <a:pt x="935479" y="19248"/>
                  <a:pt x="978217" y="38251"/>
                  <a:pt x="998724" y="52245"/>
                </a:cubicBezTo>
                <a:moveTo>
                  <a:pt x="1497573" y="802193"/>
                </a:moveTo>
                <a:cubicBezTo>
                  <a:pt x="1497573" y="802193"/>
                  <a:pt x="1513636" y="888089"/>
                  <a:pt x="1501919" y="954824"/>
                </a:cubicBezTo>
                <a:cubicBezTo>
                  <a:pt x="1494933" y="994396"/>
                  <a:pt x="1460687" y="1082218"/>
                  <a:pt x="1510182" y="1168655"/>
                </a:cubicBezTo>
                <a:moveTo>
                  <a:pt x="1595426" y="707109"/>
                </a:moveTo>
                <a:cubicBezTo>
                  <a:pt x="1642172" y="747218"/>
                  <a:pt x="1607229" y="885181"/>
                  <a:pt x="1695221" y="951853"/>
                </a:cubicBezTo>
                <a:cubicBezTo>
                  <a:pt x="1783214" y="1018526"/>
                  <a:pt x="1695221" y="1234645"/>
                  <a:pt x="1695221" y="1234645"/>
                </a:cubicBezTo>
                <a:moveTo>
                  <a:pt x="1872407" y="675593"/>
                </a:moveTo>
                <a:cubicBezTo>
                  <a:pt x="1917149" y="771599"/>
                  <a:pt x="1880989" y="887493"/>
                  <a:pt x="1853905" y="931760"/>
                </a:cubicBezTo>
                <a:moveTo>
                  <a:pt x="2029890" y="684980"/>
                </a:moveTo>
                <a:cubicBezTo>
                  <a:pt x="2029890" y="684980"/>
                  <a:pt x="2090385" y="798030"/>
                  <a:pt x="1966645" y="936654"/>
                </a:cubicBezTo>
                <a:cubicBezTo>
                  <a:pt x="1842905" y="1075277"/>
                  <a:pt x="1872407" y="1292395"/>
                  <a:pt x="1872407" y="1292395"/>
                </a:cubicBezTo>
                <a:moveTo>
                  <a:pt x="2263621" y="651411"/>
                </a:moveTo>
                <a:cubicBezTo>
                  <a:pt x="1989208" y="909028"/>
                  <a:pt x="2236124" y="1072408"/>
                  <a:pt x="2123383" y="1234645"/>
                </a:cubicBezTo>
                <a:moveTo>
                  <a:pt x="2398360" y="612294"/>
                </a:moveTo>
                <a:cubicBezTo>
                  <a:pt x="2398360" y="612294"/>
                  <a:pt x="2327113" y="771599"/>
                  <a:pt x="2359863" y="874606"/>
                </a:cubicBezTo>
                <a:cubicBezTo>
                  <a:pt x="2385369" y="954824"/>
                  <a:pt x="2450499" y="991691"/>
                  <a:pt x="2376362" y="1147101"/>
                </a:cubicBezTo>
                <a:moveTo>
                  <a:pt x="2684337" y="651411"/>
                </a:moveTo>
                <a:cubicBezTo>
                  <a:pt x="2863073" y="969091"/>
                  <a:pt x="3030809" y="874606"/>
                  <a:pt x="3114130" y="1140950"/>
                </a:cubicBezTo>
                <a:moveTo>
                  <a:pt x="2970314" y="684980"/>
                </a:moveTo>
                <a:cubicBezTo>
                  <a:pt x="2970314" y="684980"/>
                  <a:pt x="3039058" y="802193"/>
                  <a:pt x="3308537" y="909028"/>
                </a:cubicBezTo>
                <a:cubicBezTo>
                  <a:pt x="3495675" y="969947"/>
                  <a:pt x="3523163" y="1082218"/>
                  <a:pt x="3523163" y="1126017"/>
                </a:cubicBezTo>
                <a:moveTo>
                  <a:pt x="3441106" y="802471"/>
                </a:moveTo>
                <a:lnTo>
                  <a:pt x="3457168" y="839671"/>
                </a:lnTo>
                <a:cubicBezTo>
                  <a:pt x="3466227" y="860796"/>
                  <a:pt x="3479446" y="878941"/>
                  <a:pt x="3495675" y="892530"/>
                </a:cubicBezTo>
                <a:cubicBezTo>
                  <a:pt x="3544908" y="933561"/>
                  <a:pt x="3730345" y="1014667"/>
                  <a:pt x="3730345" y="1137710"/>
                </a:cubicBezTo>
                <a:moveTo>
                  <a:pt x="3421277" y="651411"/>
                </a:moveTo>
                <a:cubicBezTo>
                  <a:pt x="3528519" y="695689"/>
                  <a:pt x="3539322" y="828259"/>
                  <a:pt x="3646759" y="895919"/>
                </a:cubicBezTo>
                <a:moveTo>
                  <a:pt x="3735736" y="676445"/>
                </a:moveTo>
                <a:cubicBezTo>
                  <a:pt x="3735736" y="676445"/>
                  <a:pt x="3674257" y="833182"/>
                  <a:pt x="3894777" y="969947"/>
                </a:cubicBezTo>
                <a:moveTo>
                  <a:pt x="3735736" y="390181"/>
                </a:moveTo>
                <a:cubicBezTo>
                  <a:pt x="3735736" y="390181"/>
                  <a:pt x="3872241" y="464707"/>
                  <a:pt x="3764999" y="544451"/>
                </a:cubicBezTo>
                <a:moveTo>
                  <a:pt x="3707254" y="153983"/>
                </a:moveTo>
                <a:cubicBezTo>
                  <a:pt x="3707254" y="153983"/>
                  <a:pt x="3734752" y="188805"/>
                  <a:pt x="3781498" y="219982"/>
                </a:cubicBezTo>
                <a:moveTo>
                  <a:pt x="3030809" y="296971"/>
                </a:moveTo>
                <a:cubicBezTo>
                  <a:pt x="3003287" y="269473"/>
                  <a:pt x="2948316" y="227351"/>
                  <a:pt x="2948316" y="170481"/>
                </a:cubicBezTo>
                <a:cubicBezTo>
                  <a:pt x="2948316" y="113611"/>
                  <a:pt x="3039058" y="81924"/>
                  <a:pt x="3039058" y="81924"/>
                </a:cubicBezTo>
                <a:moveTo>
                  <a:pt x="2997812" y="53873"/>
                </a:moveTo>
                <a:cubicBezTo>
                  <a:pt x="2896070" y="81924"/>
                  <a:pt x="2797078" y="178731"/>
                  <a:pt x="2942816" y="305220"/>
                </a:cubicBezTo>
                <a:cubicBezTo>
                  <a:pt x="3088554" y="431710"/>
                  <a:pt x="3107803" y="591349"/>
                  <a:pt x="3333233" y="634993"/>
                </a:cubicBezTo>
                <a:moveTo>
                  <a:pt x="3044558" y="0"/>
                </a:moveTo>
                <a:cubicBezTo>
                  <a:pt x="3044558" y="0"/>
                  <a:pt x="2959315" y="5499"/>
                  <a:pt x="2911585" y="26240"/>
                </a:cubicBezTo>
                <a:moveTo>
                  <a:pt x="2863073" y="47700"/>
                </a:moveTo>
                <a:cubicBezTo>
                  <a:pt x="2827325" y="64872"/>
                  <a:pt x="2788829" y="120985"/>
                  <a:pt x="2788829" y="162232"/>
                </a:cubicBezTo>
                <a:moveTo>
                  <a:pt x="2790345" y="227351"/>
                </a:moveTo>
                <a:cubicBezTo>
                  <a:pt x="2799828" y="360216"/>
                  <a:pt x="2937317" y="454188"/>
                  <a:pt x="3039058" y="634699"/>
                </a:cubicBezTo>
                <a:moveTo>
                  <a:pt x="2639180" y="221802"/>
                </a:moveTo>
                <a:cubicBezTo>
                  <a:pt x="2684337" y="328655"/>
                  <a:pt x="2576635" y="399738"/>
                  <a:pt x="2795737" y="607276"/>
                </a:cubicBezTo>
                <a:moveTo>
                  <a:pt x="2463370" y="171975"/>
                </a:moveTo>
                <a:cubicBezTo>
                  <a:pt x="2533100" y="321719"/>
                  <a:pt x="2472841" y="431586"/>
                  <a:pt x="2623842" y="607276"/>
                </a:cubicBezTo>
                <a:moveTo>
                  <a:pt x="2289322" y="47700"/>
                </a:moveTo>
                <a:cubicBezTo>
                  <a:pt x="2346115" y="96237"/>
                  <a:pt x="2332366" y="203479"/>
                  <a:pt x="2426846" y="421671"/>
                </a:cubicBezTo>
                <a:cubicBezTo>
                  <a:pt x="2450499" y="476293"/>
                  <a:pt x="2497352" y="580198"/>
                  <a:pt x="2463370" y="684980"/>
                </a:cubicBezTo>
                <a:moveTo>
                  <a:pt x="2263621" y="186980"/>
                </a:moveTo>
                <a:cubicBezTo>
                  <a:pt x="2301413" y="292427"/>
                  <a:pt x="2434546" y="448372"/>
                  <a:pt x="2327113" y="600341"/>
                </a:cubicBezTo>
                <a:moveTo>
                  <a:pt x="1711720" y="5499"/>
                </a:moveTo>
                <a:cubicBezTo>
                  <a:pt x="1637657" y="32325"/>
                  <a:pt x="1621120" y="113278"/>
                  <a:pt x="1510182" y="221802"/>
                </a:cubicBezTo>
                <a:moveTo>
                  <a:pt x="1611924" y="171975"/>
                </a:moveTo>
                <a:cubicBezTo>
                  <a:pt x="1532181" y="287466"/>
                  <a:pt x="1425915" y="396762"/>
                  <a:pt x="1482685" y="574698"/>
                </a:cubicBezTo>
                <a:cubicBezTo>
                  <a:pt x="1501443" y="633306"/>
                  <a:pt x="1482685" y="707109"/>
                  <a:pt x="1424939" y="771599"/>
                </a:cubicBezTo>
                <a:moveTo>
                  <a:pt x="1779661" y="26240"/>
                </a:moveTo>
                <a:cubicBezTo>
                  <a:pt x="1779661" y="26240"/>
                  <a:pt x="1677057" y="18996"/>
                  <a:pt x="1642172" y="224305"/>
                </a:cubicBezTo>
                <a:cubicBezTo>
                  <a:pt x="1628423" y="305220"/>
                  <a:pt x="1521182" y="400568"/>
                  <a:pt x="1565178" y="508704"/>
                </a:cubicBezTo>
                <a:cubicBezTo>
                  <a:pt x="1609175" y="616840"/>
                  <a:pt x="1760413" y="634699"/>
                  <a:pt x="1760413" y="791560"/>
                </a:cubicBezTo>
                <a:moveTo>
                  <a:pt x="2139654" y="17067"/>
                </a:moveTo>
                <a:cubicBezTo>
                  <a:pt x="2197627" y="19244"/>
                  <a:pt x="2243452" y="80107"/>
                  <a:pt x="2256324" y="123735"/>
                </a:cubicBezTo>
                <a:moveTo>
                  <a:pt x="253534" y="217569"/>
                </a:moveTo>
                <a:cubicBezTo>
                  <a:pt x="198539" y="266728"/>
                  <a:pt x="66550" y="324473"/>
                  <a:pt x="66550" y="459212"/>
                </a:cubicBezTo>
                <a:moveTo>
                  <a:pt x="224269" y="160976"/>
                </a:moveTo>
                <a:cubicBezTo>
                  <a:pt x="224269" y="160976"/>
                  <a:pt x="176541" y="200733"/>
                  <a:pt x="110546" y="236480"/>
                </a:cubicBezTo>
                <a:moveTo>
                  <a:pt x="176541" y="909028"/>
                </a:moveTo>
                <a:cubicBezTo>
                  <a:pt x="99547" y="954824"/>
                  <a:pt x="72050" y="1036669"/>
                  <a:pt x="83049" y="1124658"/>
                </a:cubicBezTo>
                <a:moveTo>
                  <a:pt x="1303949" y="612294"/>
                </a:moveTo>
                <a:cubicBezTo>
                  <a:pt x="1214267" y="472600"/>
                  <a:pt x="1338989" y="336785"/>
                  <a:pt x="1421892" y="227351"/>
                </a:cubicBezTo>
                <a:moveTo>
                  <a:pt x="1191500" y="991691"/>
                </a:moveTo>
                <a:cubicBezTo>
                  <a:pt x="1380943" y="731436"/>
                  <a:pt x="1323198" y="659942"/>
                  <a:pt x="1323198" y="659942"/>
                </a:cubicBezTo>
                <a:moveTo>
                  <a:pt x="2450499" y="755077"/>
                </a:moveTo>
                <a:cubicBezTo>
                  <a:pt x="2450499" y="895559"/>
                  <a:pt x="2582595" y="925527"/>
                  <a:pt x="2552348" y="1042161"/>
                </a:cubicBezTo>
                <a:moveTo>
                  <a:pt x="3663454" y="199804"/>
                </a:moveTo>
                <a:cubicBezTo>
                  <a:pt x="3663454" y="199804"/>
                  <a:pt x="3766164" y="302346"/>
                  <a:pt x="3852992" y="351010"/>
                </a:cubicBezTo>
                <a:moveTo>
                  <a:pt x="0" y="932174"/>
                </a:moveTo>
                <a:cubicBezTo>
                  <a:pt x="54439" y="822187"/>
                  <a:pt x="138044" y="819433"/>
                  <a:pt x="207770" y="753438"/>
                </a:cubicBezTo>
                <a:cubicBezTo>
                  <a:pt x="245024" y="718179"/>
                  <a:pt x="242630" y="645233"/>
                  <a:pt x="220836" y="595795"/>
                </a:cubicBezTo>
                <a:moveTo>
                  <a:pt x="481766" y="753438"/>
                </a:moveTo>
                <a:cubicBezTo>
                  <a:pt x="402023" y="788098"/>
                  <a:pt x="437708" y="931760"/>
                  <a:pt x="319530" y="1011917"/>
                </a:cubicBezTo>
              </a:path>
            </a:pathLst>
          </a:custGeom>
          <a:noFill/>
          <a:ln w="412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30812" y="2203334"/>
            <a:ext cx="1539878" cy="1168946"/>
          </a:xfrm>
          <a:custGeom>
            <a:avLst/>
            <a:gdLst/>
            <a:ahLst/>
            <a:cxnLst/>
            <a:rect l="0" t="0" r="0" b="0"/>
            <a:pathLst>
              <a:path w="1539878" h="1168946">
                <a:moveTo>
                  <a:pt x="24679" y="143036"/>
                </a:moveTo>
                <a:lnTo>
                  <a:pt x="20659" y="146246"/>
                </a:lnTo>
                <a:cubicBezTo>
                  <a:pt x="7600" y="156686"/>
                  <a:pt x="0" y="172488"/>
                  <a:pt x="0" y="189204"/>
                </a:cubicBezTo>
                <a:lnTo>
                  <a:pt x="0" y="340318"/>
                </a:lnTo>
                <a:cubicBezTo>
                  <a:pt x="255412" y="340318"/>
                  <a:pt x="481774" y="375380"/>
                  <a:pt x="621839" y="429348"/>
                </a:cubicBezTo>
                <a:lnTo>
                  <a:pt x="584034" y="680646"/>
                </a:lnTo>
                <a:lnTo>
                  <a:pt x="547839" y="951918"/>
                </a:lnTo>
                <a:cubicBezTo>
                  <a:pt x="547839" y="1000953"/>
                  <a:pt x="655453" y="1035767"/>
                  <a:pt x="769934" y="1035767"/>
                </a:cubicBezTo>
                <a:cubicBezTo>
                  <a:pt x="884424" y="1035767"/>
                  <a:pt x="992038" y="1000953"/>
                  <a:pt x="992038" y="951918"/>
                </a:cubicBezTo>
                <a:cubicBezTo>
                  <a:pt x="992038" y="951918"/>
                  <a:pt x="971816" y="769591"/>
                  <a:pt x="955443" y="680446"/>
                </a:cubicBezTo>
                <a:lnTo>
                  <a:pt x="918038" y="429348"/>
                </a:lnTo>
                <a:cubicBezTo>
                  <a:pt x="1058103" y="375380"/>
                  <a:pt x="1284465" y="340318"/>
                  <a:pt x="1539878" y="340318"/>
                </a:cubicBezTo>
                <a:lnTo>
                  <a:pt x="1539878" y="185556"/>
                </a:lnTo>
                <a:cubicBezTo>
                  <a:pt x="1539878" y="170964"/>
                  <a:pt x="1534077" y="156962"/>
                  <a:pt x="1523752" y="146656"/>
                </a:cubicBezTo>
                <a:lnTo>
                  <a:pt x="1520132" y="143036"/>
                </a:lnTo>
                <a:lnTo>
                  <a:pt x="1421425" y="143036"/>
                </a:lnTo>
                <a:lnTo>
                  <a:pt x="1369599" y="92621"/>
                </a:lnTo>
                <a:lnTo>
                  <a:pt x="1369599" y="35728"/>
                </a:lnTo>
                <a:cubicBezTo>
                  <a:pt x="1369599" y="22326"/>
                  <a:pt x="1364275" y="9477"/>
                  <a:pt x="1354797" y="0"/>
                </a:cubicBezTo>
                <a:lnTo>
                  <a:pt x="185080" y="0"/>
                </a:lnTo>
                <a:cubicBezTo>
                  <a:pt x="174116" y="9391"/>
                  <a:pt x="167811" y="23107"/>
                  <a:pt x="167811" y="37538"/>
                </a:cubicBezTo>
                <a:lnTo>
                  <a:pt x="167811" y="92592"/>
                </a:lnTo>
                <a:lnTo>
                  <a:pt x="118452" y="143036"/>
                </a:lnTo>
                <a:lnTo>
                  <a:pt x="24679" y="143036"/>
                </a:lnTo>
                <a:moveTo>
                  <a:pt x="992038" y="951918"/>
                </a:moveTo>
                <a:cubicBezTo>
                  <a:pt x="992038" y="1000953"/>
                  <a:pt x="884424" y="1035767"/>
                  <a:pt x="769934" y="1035767"/>
                </a:cubicBezTo>
                <a:cubicBezTo>
                  <a:pt x="655453" y="1035767"/>
                  <a:pt x="547839" y="1000953"/>
                  <a:pt x="547839" y="951918"/>
                </a:cubicBezTo>
                <a:lnTo>
                  <a:pt x="584034" y="680646"/>
                </a:lnTo>
                <a:cubicBezTo>
                  <a:pt x="552154" y="696791"/>
                  <a:pt x="550306" y="705307"/>
                  <a:pt x="542905" y="729976"/>
                </a:cubicBezTo>
                <a:lnTo>
                  <a:pt x="473811" y="961786"/>
                </a:lnTo>
                <a:cubicBezTo>
                  <a:pt x="473811" y="1024442"/>
                  <a:pt x="622744" y="1075229"/>
                  <a:pt x="769934" y="1075229"/>
                </a:cubicBezTo>
                <a:cubicBezTo>
                  <a:pt x="917133" y="1075229"/>
                  <a:pt x="1066066" y="1024442"/>
                  <a:pt x="1066066" y="961786"/>
                </a:cubicBezTo>
                <a:lnTo>
                  <a:pt x="996972" y="729976"/>
                </a:lnTo>
                <a:lnTo>
                  <a:pt x="996972" y="728395"/>
                </a:lnTo>
                <a:cubicBezTo>
                  <a:pt x="989466" y="704935"/>
                  <a:pt x="986866" y="696267"/>
                  <a:pt x="955443" y="680446"/>
                </a:cubicBezTo>
                <a:cubicBezTo>
                  <a:pt x="971816" y="769591"/>
                  <a:pt x="992038" y="951918"/>
                  <a:pt x="992038" y="951918"/>
                </a:cubicBezTo>
                <a:moveTo>
                  <a:pt x="1066066" y="961786"/>
                </a:moveTo>
                <a:cubicBezTo>
                  <a:pt x="1066066" y="1024442"/>
                  <a:pt x="917133" y="1075229"/>
                  <a:pt x="769934" y="1075229"/>
                </a:cubicBezTo>
                <a:cubicBezTo>
                  <a:pt x="622744" y="1075229"/>
                  <a:pt x="473811" y="1024442"/>
                  <a:pt x="473811" y="961786"/>
                </a:cubicBezTo>
                <a:lnTo>
                  <a:pt x="473811" y="1050569"/>
                </a:lnTo>
                <a:cubicBezTo>
                  <a:pt x="473811" y="1115948"/>
                  <a:pt x="584034" y="1168650"/>
                  <a:pt x="769934" y="1168946"/>
                </a:cubicBezTo>
                <a:cubicBezTo>
                  <a:pt x="955443" y="1168946"/>
                  <a:pt x="1066066" y="1115948"/>
                  <a:pt x="1066066" y="1050569"/>
                </a:cubicBezTo>
                <a:lnTo>
                  <a:pt x="1066066" y="961786"/>
                </a:lnTo>
                <a:moveTo>
                  <a:pt x="621868" y="429358"/>
                </a:moveTo>
                <a:cubicBezTo>
                  <a:pt x="621858" y="429358"/>
                  <a:pt x="621849" y="429348"/>
                  <a:pt x="621839" y="429348"/>
                </a:cubicBezTo>
                <a:moveTo>
                  <a:pt x="918038" y="429348"/>
                </a:moveTo>
                <a:cubicBezTo>
                  <a:pt x="918029" y="429348"/>
                  <a:pt x="918009" y="429358"/>
                  <a:pt x="918000" y="429358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30812" y="2203334"/>
            <a:ext cx="1539875" cy="1168942"/>
          </a:xfrm>
          <a:custGeom>
            <a:avLst/>
            <a:gdLst/>
            <a:ahLst/>
            <a:cxnLst/>
            <a:rect l="0" t="0" r="0" b="0"/>
            <a:pathLst>
              <a:path w="1539875" h="1168942">
                <a:moveTo>
                  <a:pt x="167806" y="37542"/>
                </a:moveTo>
                <a:lnTo>
                  <a:pt x="167806" y="92595"/>
                </a:lnTo>
                <a:lnTo>
                  <a:pt x="1369600" y="92617"/>
                </a:lnTo>
                <a:lnTo>
                  <a:pt x="1369600" y="35729"/>
                </a:lnTo>
                <a:cubicBezTo>
                  <a:pt x="1369600" y="22327"/>
                  <a:pt x="1364273" y="9474"/>
                  <a:pt x="1354793" y="0"/>
                </a:cubicBezTo>
                <a:lnTo>
                  <a:pt x="185080" y="0"/>
                </a:lnTo>
                <a:cubicBezTo>
                  <a:pt x="174117" y="9391"/>
                  <a:pt x="167806" y="23105"/>
                  <a:pt x="167806" y="37542"/>
                </a:cubicBezTo>
                <a:close/>
                <a:moveTo>
                  <a:pt x="0" y="189207"/>
                </a:moveTo>
                <a:lnTo>
                  <a:pt x="0" y="251542"/>
                </a:lnTo>
                <a:lnTo>
                  <a:pt x="1539875" y="251544"/>
                </a:lnTo>
                <a:lnTo>
                  <a:pt x="1539875" y="185552"/>
                </a:lnTo>
                <a:cubicBezTo>
                  <a:pt x="1539875" y="170960"/>
                  <a:pt x="1534076" y="156967"/>
                  <a:pt x="1523754" y="146652"/>
                </a:cubicBezTo>
                <a:lnTo>
                  <a:pt x="1520134" y="143035"/>
                </a:lnTo>
                <a:lnTo>
                  <a:pt x="1421422" y="143035"/>
                </a:lnTo>
                <a:lnTo>
                  <a:pt x="118452" y="143035"/>
                </a:lnTo>
                <a:lnTo>
                  <a:pt x="24677" y="143035"/>
                </a:lnTo>
                <a:lnTo>
                  <a:pt x="20655" y="146250"/>
                </a:lnTo>
                <a:cubicBezTo>
                  <a:pt x="7600" y="156686"/>
                  <a:pt x="0" y="172492"/>
                  <a:pt x="0" y="189207"/>
                </a:cubicBezTo>
                <a:close/>
                <a:moveTo>
                  <a:pt x="1369600" y="92617"/>
                </a:moveTo>
                <a:lnTo>
                  <a:pt x="167806" y="92595"/>
                </a:lnTo>
                <a:lnTo>
                  <a:pt x="118452" y="143035"/>
                </a:lnTo>
                <a:lnTo>
                  <a:pt x="1421422" y="143035"/>
                </a:lnTo>
                <a:close/>
                <a:moveTo>
                  <a:pt x="621872" y="429105"/>
                </a:moveTo>
                <a:lnTo>
                  <a:pt x="918002" y="429105"/>
                </a:lnTo>
                <a:lnTo>
                  <a:pt x="918038" y="429347"/>
                </a:lnTo>
                <a:cubicBezTo>
                  <a:pt x="1058102" y="375377"/>
                  <a:pt x="1284465" y="340323"/>
                  <a:pt x="1539875" y="340323"/>
                </a:cubicBezTo>
                <a:lnTo>
                  <a:pt x="1539875" y="251544"/>
                </a:lnTo>
                <a:lnTo>
                  <a:pt x="0" y="251542"/>
                </a:lnTo>
                <a:lnTo>
                  <a:pt x="0" y="340323"/>
                </a:lnTo>
                <a:cubicBezTo>
                  <a:pt x="255409" y="340323"/>
                  <a:pt x="481771" y="375377"/>
                  <a:pt x="621836" y="429347"/>
                </a:cubicBezTo>
                <a:close/>
                <a:moveTo>
                  <a:pt x="769937" y="1035772"/>
                </a:moveTo>
                <a:cubicBezTo>
                  <a:pt x="884421" y="1035772"/>
                  <a:pt x="992034" y="1000956"/>
                  <a:pt x="992034" y="951923"/>
                </a:cubicBezTo>
                <a:cubicBezTo>
                  <a:pt x="992034" y="951923"/>
                  <a:pt x="971815" y="769592"/>
                  <a:pt x="955438" y="680448"/>
                </a:cubicBezTo>
                <a:lnTo>
                  <a:pt x="918038" y="429347"/>
                </a:lnTo>
                <a:lnTo>
                  <a:pt x="918002" y="429361"/>
                </a:lnTo>
                <a:lnTo>
                  <a:pt x="621872" y="429361"/>
                </a:lnTo>
                <a:lnTo>
                  <a:pt x="621836" y="429347"/>
                </a:lnTo>
                <a:lnTo>
                  <a:pt x="584033" y="680651"/>
                </a:lnTo>
                <a:lnTo>
                  <a:pt x="547840" y="951923"/>
                </a:lnTo>
                <a:cubicBezTo>
                  <a:pt x="547840" y="1000956"/>
                  <a:pt x="655453" y="1035772"/>
                  <a:pt x="769937" y="1035772"/>
                </a:cubicBezTo>
                <a:close/>
                <a:moveTo>
                  <a:pt x="992034" y="951923"/>
                </a:moveTo>
                <a:cubicBezTo>
                  <a:pt x="992034" y="1000956"/>
                  <a:pt x="884421" y="1035772"/>
                  <a:pt x="769937" y="1035772"/>
                </a:cubicBezTo>
                <a:cubicBezTo>
                  <a:pt x="655453" y="1035772"/>
                  <a:pt x="547840" y="1000956"/>
                  <a:pt x="547840" y="951923"/>
                </a:cubicBezTo>
                <a:lnTo>
                  <a:pt x="584033" y="680651"/>
                </a:lnTo>
                <a:cubicBezTo>
                  <a:pt x="552151" y="696788"/>
                  <a:pt x="550307" y="705311"/>
                  <a:pt x="542904" y="729972"/>
                </a:cubicBezTo>
                <a:lnTo>
                  <a:pt x="473807" y="961788"/>
                </a:lnTo>
                <a:cubicBezTo>
                  <a:pt x="473807" y="1024440"/>
                  <a:pt x="622744" y="1075230"/>
                  <a:pt x="769937" y="1075230"/>
                </a:cubicBezTo>
                <a:cubicBezTo>
                  <a:pt x="917130" y="1075230"/>
                  <a:pt x="1066067" y="1024440"/>
                  <a:pt x="1066067" y="961788"/>
                </a:cubicBezTo>
                <a:lnTo>
                  <a:pt x="996970" y="729972"/>
                </a:lnTo>
                <a:lnTo>
                  <a:pt x="996498" y="728400"/>
                </a:lnTo>
                <a:cubicBezTo>
                  <a:pt x="989467" y="704933"/>
                  <a:pt x="986869" y="696266"/>
                  <a:pt x="955438" y="680448"/>
                </a:cubicBezTo>
                <a:cubicBezTo>
                  <a:pt x="971815" y="769592"/>
                  <a:pt x="992034" y="951923"/>
                  <a:pt x="992034" y="951923"/>
                </a:cubicBezTo>
                <a:close/>
                <a:moveTo>
                  <a:pt x="1066067" y="961788"/>
                </a:moveTo>
                <a:cubicBezTo>
                  <a:pt x="1066067" y="1024440"/>
                  <a:pt x="917130" y="1075230"/>
                  <a:pt x="769937" y="1075230"/>
                </a:cubicBezTo>
                <a:cubicBezTo>
                  <a:pt x="622744" y="1075230"/>
                  <a:pt x="473807" y="1024440"/>
                  <a:pt x="473807" y="961788"/>
                </a:cubicBezTo>
                <a:lnTo>
                  <a:pt x="473807" y="1050568"/>
                </a:lnTo>
                <a:cubicBezTo>
                  <a:pt x="473807" y="1115945"/>
                  <a:pt x="584033" y="1168655"/>
                  <a:pt x="769937" y="1168942"/>
                </a:cubicBezTo>
                <a:cubicBezTo>
                  <a:pt x="955438" y="1168942"/>
                  <a:pt x="1066067" y="1115945"/>
                  <a:pt x="1066067" y="1050568"/>
                </a:cubicBezTo>
                <a:close/>
                <a:moveTo>
                  <a:pt x="621872" y="429361"/>
                </a:moveTo>
                <a:cubicBezTo>
                  <a:pt x="621860" y="429357"/>
                  <a:pt x="621848" y="429352"/>
                  <a:pt x="621836" y="429347"/>
                </a:cubicBezTo>
                <a:moveTo>
                  <a:pt x="918038" y="429347"/>
                </a:moveTo>
                <a:cubicBezTo>
                  <a:pt x="918026" y="429352"/>
                  <a:pt x="918014" y="429357"/>
                  <a:pt x="918002" y="429361"/>
                </a:cubicBezTo>
              </a:path>
            </a:pathLst>
          </a:custGeom>
          <a:noFill/>
          <a:ln w="412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5606" y="2203334"/>
            <a:ext cx="1724958" cy="1171403"/>
          </a:xfrm>
          <a:custGeom>
            <a:avLst/>
            <a:gdLst/>
            <a:ahLst/>
            <a:cxnLst/>
            <a:rect l="0" t="0" r="0" b="0"/>
            <a:pathLst>
              <a:path w="1724958" h="1171403">
                <a:moveTo>
                  <a:pt x="806958" y="429358"/>
                </a:moveTo>
                <a:cubicBezTo>
                  <a:pt x="743788" y="405022"/>
                  <a:pt x="663073" y="384524"/>
                  <a:pt x="570052" y="369360"/>
                </a:cubicBezTo>
                <a:lnTo>
                  <a:pt x="531342" y="676094"/>
                </a:lnTo>
                <a:lnTo>
                  <a:pt x="524856" y="742302"/>
                </a:lnTo>
                <a:cubicBezTo>
                  <a:pt x="524856" y="749655"/>
                  <a:pt x="527437" y="756751"/>
                  <a:pt x="532228" y="763457"/>
                </a:cubicBezTo>
                <a:cubicBezTo>
                  <a:pt x="532228" y="763457"/>
                  <a:pt x="693915" y="942289"/>
                  <a:pt x="725757" y="974112"/>
                </a:cubicBezTo>
                <a:cubicBezTo>
                  <a:pt x="757599" y="1005935"/>
                  <a:pt x="845248" y="1038234"/>
                  <a:pt x="939755" y="1038234"/>
                </a:cubicBezTo>
                <a:cubicBezTo>
                  <a:pt x="1054236" y="1038234"/>
                  <a:pt x="1132236" y="998486"/>
                  <a:pt x="1132236" y="949452"/>
                </a:cubicBezTo>
                <a:lnTo>
                  <a:pt x="1131665" y="942813"/>
                </a:lnTo>
                <a:lnTo>
                  <a:pt x="1125169" y="882091"/>
                </a:lnTo>
                <a:lnTo>
                  <a:pt x="1078449" y="429358"/>
                </a:lnTo>
                <a:lnTo>
                  <a:pt x="1103080" y="429358"/>
                </a:lnTo>
                <a:cubicBezTo>
                  <a:pt x="1243145" y="375380"/>
                  <a:pt x="1469526" y="340318"/>
                  <a:pt x="1724958" y="340318"/>
                </a:cubicBezTo>
                <a:lnTo>
                  <a:pt x="1724958" y="200034"/>
                </a:lnTo>
                <a:cubicBezTo>
                  <a:pt x="1724958" y="177774"/>
                  <a:pt x="1710709" y="158019"/>
                  <a:pt x="1689592" y="150980"/>
                </a:cubicBezTo>
                <a:cubicBezTo>
                  <a:pt x="1673790" y="145722"/>
                  <a:pt x="1657235" y="143036"/>
                  <a:pt x="1640576" y="143036"/>
                </a:cubicBezTo>
                <a:lnTo>
                  <a:pt x="1401413" y="143036"/>
                </a:lnTo>
                <a:lnTo>
                  <a:pt x="1251146" y="92640"/>
                </a:lnTo>
                <a:lnTo>
                  <a:pt x="1251146" y="52244"/>
                </a:lnTo>
                <a:cubicBezTo>
                  <a:pt x="1251146" y="30232"/>
                  <a:pt x="1236164" y="11058"/>
                  <a:pt x="1214818" y="5724"/>
                </a:cubicBezTo>
                <a:cubicBezTo>
                  <a:pt x="1199607" y="1924"/>
                  <a:pt x="1183995" y="0"/>
                  <a:pt x="1168326" y="0"/>
                </a:cubicBezTo>
                <a:lnTo>
                  <a:pt x="0" y="0"/>
                </a:lnTo>
                <a:cubicBezTo>
                  <a:pt x="9477" y="9477"/>
                  <a:pt x="14801" y="22326"/>
                  <a:pt x="14801" y="35728"/>
                </a:cubicBezTo>
                <a:lnTo>
                  <a:pt x="14801" y="92621"/>
                </a:lnTo>
                <a:lnTo>
                  <a:pt x="66627" y="143036"/>
                </a:lnTo>
                <a:lnTo>
                  <a:pt x="165344" y="143036"/>
                </a:lnTo>
                <a:lnTo>
                  <a:pt x="168963" y="146656"/>
                </a:lnTo>
                <a:cubicBezTo>
                  <a:pt x="179279" y="156962"/>
                  <a:pt x="185080" y="170964"/>
                  <a:pt x="185080" y="185556"/>
                </a:cubicBezTo>
                <a:lnTo>
                  <a:pt x="185080" y="340318"/>
                </a:lnTo>
                <a:cubicBezTo>
                  <a:pt x="325316" y="340318"/>
                  <a:pt x="456799" y="350891"/>
                  <a:pt x="570052" y="369360"/>
                </a:cubicBezTo>
                <a:cubicBezTo>
                  <a:pt x="663073" y="384524"/>
                  <a:pt x="743788" y="405022"/>
                  <a:pt x="806958" y="429358"/>
                </a:cubicBezTo>
                <a:moveTo>
                  <a:pt x="941908" y="1077696"/>
                </a:moveTo>
                <a:cubicBezTo>
                  <a:pt x="1089098" y="1077696"/>
                  <a:pt x="1191920" y="1026899"/>
                  <a:pt x="1191920" y="964253"/>
                </a:cubicBezTo>
                <a:cubicBezTo>
                  <a:pt x="1191920" y="958900"/>
                  <a:pt x="1191053" y="953643"/>
                  <a:pt x="1189377" y="948499"/>
                </a:cubicBezTo>
                <a:cubicBezTo>
                  <a:pt x="1184871" y="934716"/>
                  <a:pt x="1174565" y="921724"/>
                  <a:pt x="1159525" y="909999"/>
                </a:cubicBezTo>
                <a:lnTo>
                  <a:pt x="1125169" y="882091"/>
                </a:lnTo>
                <a:lnTo>
                  <a:pt x="1131665" y="942813"/>
                </a:lnTo>
                <a:cubicBezTo>
                  <a:pt x="1132046" y="945003"/>
                  <a:pt x="1132236" y="947223"/>
                  <a:pt x="1132236" y="949452"/>
                </a:cubicBezTo>
                <a:cubicBezTo>
                  <a:pt x="1132236" y="998486"/>
                  <a:pt x="1054236" y="1038234"/>
                  <a:pt x="939755" y="1038234"/>
                </a:cubicBezTo>
                <a:cubicBezTo>
                  <a:pt x="845248" y="1038234"/>
                  <a:pt x="757599" y="1005935"/>
                  <a:pt x="725757" y="974112"/>
                </a:cubicBezTo>
                <a:cubicBezTo>
                  <a:pt x="693915" y="942289"/>
                  <a:pt x="532228" y="763457"/>
                  <a:pt x="532228" y="763457"/>
                </a:cubicBezTo>
                <a:cubicBezTo>
                  <a:pt x="527437" y="756751"/>
                  <a:pt x="524856" y="749655"/>
                  <a:pt x="524856" y="742302"/>
                </a:cubicBezTo>
                <a:lnTo>
                  <a:pt x="531342" y="676094"/>
                </a:lnTo>
                <a:cubicBezTo>
                  <a:pt x="494052" y="693600"/>
                  <a:pt x="471335" y="716822"/>
                  <a:pt x="471335" y="742302"/>
                </a:cubicBezTo>
                <a:cubicBezTo>
                  <a:pt x="471335" y="752636"/>
                  <a:pt x="475402" y="762590"/>
                  <a:pt x="482888" y="771896"/>
                </a:cubicBezTo>
                <a:lnTo>
                  <a:pt x="683571" y="1001629"/>
                </a:lnTo>
                <a:cubicBezTo>
                  <a:pt x="719861" y="1045921"/>
                  <a:pt x="825484" y="1077696"/>
                  <a:pt x="941908" y="1077696"/>
                </a:cubicBezTo>
                <a:moveTo>
                  <a:pt x="1191920" y="964253"/>
                </a:moveTo>
                <a:cubicBezTo>
                  <a:pt x="1191920" y="1026899"/>
                  <a:pt x="1089098" y="1077696"/>
                  <a:pt x="941908" y="1077696"/>
                </a:cubicBezTo>
                <a:cubicBezTo>
                  <a:pt x="825484" y="1077696"/>
                  <a:pt x="719861" y="1045921"/>
                  <a:pt x="683571" y="1001629"/>
                </a:cubicBezTo>
                <a:lnTo>
                  <a:pt x="482888" y="771896"/>
                </a:lnTo>
                <a:cubicBezTo>
                  <a:pt x="475402" y="762590"/>
                  <a:pt x="471335" y="752636"/>
                  <a:pt x="471335" y="742302"/>
                </a:cubicBezTo>
                <a:lnTo>
                  <a:pt x="471335" y="806415"/>
                </a:lnTo>
                <a:cubicBezTo>
                  <a:pt x="471344" y="816759"/>
                  <a:pt x="475402" y="826712"/>
                  <a:pt x="482888" y="836009"/>
                </a:cubicBezTo>
                <a:lnTo>
                  <a:pt x="680904" y="1088469"/>
                </a:lnTo>
                <a:lnTo>
                  <a:pt x="683571" y="1092031"/>
                </a:lnTo>
                <a:cubicBezTo>
                  <a:pt x="719861" y="1138247"/>
                  <a:pt x="825484" y="1171403"/>
                  <a:pt x="941908" y="1171403"/>
                </a:cubicBezTo>
                <a:cubicBezTo>
                  <a:pt x="1089098" y="1171403"/>
                  <a:pt x="1191920" y="1118406"/>
                  <a:pt x="1191920" y="1053026"/>
                </a:cubicBezTo>
                <a:lnTo>
                  <a:pt x="1191920" y="964253"/>
                </a:lnTo>
                <a:moveTo>
                  <a:pt x="683571" y="1092031"/>
                </a:moveTo>
                <a:cubicBezTo>
                  <a:pt x="682637" y="1090850"/>
                  <a:pt x="681751" y="1089669"/>
                  <a:pt x="680904" y="1088469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5606" y="2203334"/>
            <a:ext cx="1724956" cy="1171404"/>
          </a:xfrm>
          <a:custGeom>
            <a:avLst/>
            <a:gdLst/>
            <a:ahLst/>
            <a:cxnLst/>
            <a:rect l="0" t="0" r="0" b="0"/>
            <a:pathLst>
              <a:path w="1724956" h="1171404">
                <a:moveTo>
                  <a:pt x="1251148" y="92638"/>
                </a:moveTo>
                <a:lnTo>
                  <a:pt x="1251148" y="52244"/>
                </a:lnTo>
                <a:cubicBezTo>
                  <a:pt x="1251148" y="30237"/>
                  <a:pt x="1236168" y="11054"/>
                  <a:pt x="1214817" y="5720"/>
                </a:cubicBezTo>
                <a:cubicBezTo>
                  <a:pt x="1199611" y="1920"/>
                  <a:pt x="1183997" y="0"/>
                  <a:pt x="1168324" y="0"/>
                </a:cubicBezTo>
                <a:lnTo>
                  <a:pt x="0" y="0"/>
                </a:lnTo>
                <a:cubicBezTo>
                  <a:pt x="9480" y="9474"/>
                  <a:pt x="14806" y="22327"/>
                  <a:pt x="14806" y="35729"/>
                </a:cubicBezTo>
                <a:lnTo>
                  <a:pt x="14806" y="92617"/>
                </a:lnTo>
                <a:lnTo>
                  <a:pt x="1251148" y="92638"/>
                </a:lnTo>
                <a:close/>
                <a:moveTo>
                  <a:pt x="1401414" y="143035"/>
                </a:moveTo>
                <a:lnTo>
                  <a:pt x="1251148" y="92638"/>
                </a:lnTo>
                <a:lnTo>
                  <a:pt x="14806" y="92617"/>
                </a:lnTo>
                <a:lnTo>
                  <a:pt x="66629" y="143035"/>
                </a:lnTo>
                <a:lnTo>
                  <a:pt x="165341" y="143035"/>
                </a:lnTo>
                <a:lnTo>
                  <a:pt x="1401414" y="143035"/>
                </a:lnTo>
                <a:close/>
                <a:moveTo>
                  <a:pt x="1724955" y="251544"/>
                </a:moveTo>
                <a:lnTo>
                  <a:pt x="1724955" y="200035"/>
                </a:lnTo>
                <a:cubicBezTo>
                  <a:pt x="1724956" y="177777"/>
                  <a:pt x="1710710" y="158017"/>
                  <a:pt x="1689593" y="150983"/>
                </a:cubicBezTo>
                <a:cubicBezTo>
                  <a:pt x="1673787" y="145718"/>
                  <a:pt x="1657237" y="143035"/>
                  <a:pt x="1640578" y="143035"/>
                </a:cubicBezTo>
                <a:lnTo>
                  <a:pt x="1401414" y="143035"/>
                </a:lnTo>
                <a:lnTo>
                  <a:pt x="165341" y="143035"/>
                </a:lnTo>
                <a:lnTo>
                  <a:pt x="168960" y="146652"/>
                </a:lnTo>
                <a:cubicBezTo>
                  <a:pt x="179282" y="156967"/>
                  <a:pt x="185081" y="170960"/>
                  <a:pt x="185081" y="185552"/>
                </a:cubicBezTo>
                <a:lnTo>
                  <a:pt x="185081" y="251544"/>
                </a:lnTo>
                <a:lnTo>
                  <a:pt x="1724955" y="251544"/>
                </a:lnTo>
                <a:close/>
                <a:moveTo>
                  <a:pt x="1103083" y="429361"/>
                </a:moveTo>
                <a:cubicBezTo>
                  <a:pt x="1243144" y="375383"/>
                  <a:pt x="1469524" y="340323"/>
                  <a:pt x="1724956" y="340323"/>
                </a:cubicBezTo>
                <a:lnTo>
                  <a:pt x="1724955" y="251544"/>
                </a:lnTo>
                <a:lnTo>
                  <a:pt x="185081" y="251544"/>
                </a:lnTo>
                <a:lnTo>
                  <a:pt x="185081" y="340323"/>
                </a:lnTo>
                <a:cubicBezTo>
                  <a:pt x="325320" y="340323"/>
                  <a:pt x="456802" y="350891"/>
                  <a:pt x="570050" y="369356"/>
                </a:cubicBezTo>
                <a:cubicBezTo>
                  <a:pt x="663071" y="384523"/>
                  <a:pt x="743789" y="405019"/>
                  <a:pt x="806953" y="429361"/>
                </a:cubicBezTo>
                <a:lnTo>
                  <a:pt x="1078446" y="429361"/>
                </a:lnTo>
                <a:lnTo>
                  <a:pt x="1103083" y="429361"/>
                </a:lnTo>
                <a:close/>
                <a:moveTo>
                  <a:pt x="939753" y="1038237"/>
                </a:moveTo>
                <a:cubicBezTo>
                  <a:pt x="1054236" y="1038237"/>
                  <a:pt x="1132238" y="998488"/>
                  <a:pt x="1132238" y="949456"/>
                </a:cubicBezTo>
                <a:lnTo>
                  <a:pt x="1131666" y="942814"/>
                </a:lnTo>
                <a:lnTo>
                  <a:pt x="1125169" y="882088"/>
                </a:lnTo>
                <a:lnTo>
                  <a:pt x="1078446" y="429361"/>
                </a:lnTo>
                <a:lnTo>
                  <a:pt x="806953" y="429361"/>
                </a:lnTo>
                <a:cubicBezTo>
                  <a:pt x="743789" y="405019"/>
                  <a:pt x="663071" y="384523"/>
                  <a:pt x="570050" y="369356"/>
                </a:cubicBezTo>
                <a:lnTo>
                  <a:pt x="531346" y="676092"/>
                </a:lnTo>
                <a:lnTo>
                  <a:pt x="524858" y="742302"/>
                </a:lnTo>
                <a:cubicBezTo>
                  <a:pt x="524858" y="749652"/>
                  <a:pt x="527433" y="756752"/>
                  <a:pt x="532226" y="763454"/>
                </a:cubicBezTo>
                <a:cubicBezTo>
                  <a:pt x="532226" y="763454"/>
                  <a:pt x="693913" y="942292"/>
                  <a:pt x="725756" y="974115"/>
                </a:cubicBezTo>
                <a:cubicBezTo>
                  <a:pt x="757598" y="1005936"/>
                  <a:pt x="845247" y="1038237"/>
                  <a:pt x="939753" y="1038237"/>
                </a:cubicBezTo>
                <a:close/>
                <a:moveTo>
                  <a:pt x="941904" y="1077691"/>
                </a:moveTo>
                <a:cubicBezTo>
                  <a:pt x="1089098" y="1077691"/>
                  <a:pt x="1191922" y="1026902"/>
                  <a:pt x="1191922" y="964250"/>
                </a:cubicBezTo>
                <a:cubicBezTo>
                  <a:pt x="1191922" y="958904"/>
                  <a:pt x="1191053" y="953644"/>
                  <a:pt x="1189373" y="948494"/>
                </a:cubicBezTo>
                <a:cubicBezTo>
                  <a:pt x="1184874" y="934715"/>
                  <a:pt x="1174562" y="921727"/>
                  <a:pt x="1159523" y="909995"/>
                </a:cubicBezTo>
                <a:lnTo>
                  <a:pt x="1125169" y="882088"/>
                </a:lnTo>
                <a:lnTo>
                  <a:pt x="1131666" y="942814"/>
                </a:lnTo>
                <a:cubicBezTo>
                  <a:pt x="1132045" y="945006"/>
                  <a:pt x="1132238" y="947222"/>
                  <a:pt x="1132238" y="949456"/>
                </a:cubicBezTo>
                <a:cubicBezTo>
                  <a:pt x="1132238" y="998488"/>
                  <a:pt x="1054236" y="1038237"/>
                  <a:pt x="939753" y="1038237"/>
                </a:cubicBezTo>
                <a:cubicBezTo>
                  <a:pt x="845247" y="1038237"/>
                  <a:pt x="757598" y="1005936"/>
                  <a:pt x="725756" y="974115"/>
                </a:cubicBezTo>
                <a:cubicBezTo>
                  <a:pt x="693913" y="942292"/>
                  <a:pt x="532226" y="763454"/>
                  <a:pt x="532226" y="763454"/>
                </a:cubicBezTo>
                <a:cubicBezTo>
                  <a:pt x="527433" y="756752"/>
                  <a:pt x="524858" y="749652"/>
                  <a:pt x="524858" y="742302"/>
                </a:cubicBezTo>
                <a:lnTo>
                  <a:pt x="531346" y="676092"/>
                </a:lnTo>
                <a:cubicBezTo>
                  <a:pt x="494056" y="693597"/>
                  <a:pt x="471339" y="716820"/>
                  <a:pt x="471339" y="742300"/>
                </a:cubicBezTo>
                <a:cubicBezTo>
                  <a:pt x="471339" y="752641"/>
                  <a:pt x="475398" y="762590"/>
                  <a:pt x="482892" y="771892"/>
                </a:cubicBezTo>
                <a:lnTo>
                  <a:pt x="683566" y="1001629"/>
                </a:lnTo>
                <a:cubicBezTo>
                  <a:pt x="719864" y="1045917"/>
                  <a:pt x="825480" y="1077691"/>
                  <a:pt x="941904" y="1077691"/>
                </a:cubicBezTo>
                <a:close/>
                <a:moveTo>
                  <a:pt x="1191922" y="964250"/>
                </a:moveTo>
                <a:cubicBezTo>
                  <a:pt x="1191922" y="1026902"/>
                  <a:pt x="1089098" y="1077691"/>
                  <a:pt x="941904" y="1077691"/>
                </a:cubicBezTo>
                <a:cubicBezTo>
                  <a:pt x="825480" y="1077691"/>
                  <a:pt x="719864" y="1045917"/>
                  <a:pt x="683566" y="1001629"/>
                </a:cubicBezTo>
                <a:lnTo>
                  <a:pt x="482892" y="771892"/>
                </a:lnTo>
                <a:cubicBezTo>
                  <a:pt x="475398" y="762590"/>
                  <a:pt x="471339" y="752641"/>
                  <a:pt x="471339" y="742300"/>
                </a:cubicBezTo>
                <a:lnTo>
                  <a:pt x="471340" y="806418"/>
                </a:lnTo>
                <a:cubicBezTo>
                  <a:pt x="471340" y="816759"/>
                  <a:pt x="475398" y="826710"/>
                  <a:pt x="482892" y="836011"/>
                </a:cubicBezTo>
                <a:lnTo>
                  <a:pt x="680908" y="1088468"/>
                </a:lnTo>
                <a:lnTo>
                  <a:pt x="683566" y="1092035"/>
                </a:lnTo>
                <a:cubicBezTo>
                  <a:pt x="719864" y="1138248"/>
                  <a:pt x="825480" y="1171404"/>
                  <a:pt x="941904" y="1171404"/>
                </a:cubicBezTo>
                <a:cubicBezTo>
                  <a:pt x="1089098" y="1171404"/>
                  <a:pt x="1191922" y="1118407"/>
                  <a:pt x="1191922" y="1053030"/>
                </a:cubicBezTo>
                <a:lnTo>
                  <a:pt x="1191922" y="964250"/>
                </a:lnTo>
                <a:close/>
                <a:moveTo>
                  <a:pt x="683566" y="1092035"/>
                </a:moveTo>
                <a:cubicBezTo>
                  <a:pt x="682639" y="1090854"/>
                  <a:pt x="681753" y="1089665"/>
                  <a:pt x="680908" y="1088468"/>
                </a:cubicBezTo>
              </a:path>
            </a:pathLst>
          </a:custGeom>
          <a:noFill/>
          <a:ln w="412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90937" y="2203334"/>
            <a:ext cx="1724958" cy="1171403"/>
          </a:xfrm>
          <a:custGeom>
            <a:avLst/>
            <a:gdLst/>
            <a:ahLst/>
            <a:cxnLst/>
            <a:rect l="0" t="0" r="0" b="0"/>
            <a:pathLst>
              <a:path w="1724958" h="1171403">
                <a:moveTo>
                  <a:pt x="646109" y="429358"/>
                </a:moveTo>
                <a:lnTo>
                  <a:pt x="599789" y="882091"/>
                </a:lnTo>
                <a:lnTo>
                  <a:pt x="593293" y="942813"/>
                </a:lnTo>
                <a:lnTo>
                  <a:pt x="593293" y="949452"/>
                </a:lnTo>
                <a:cubicBezTo>
                  <a:pt x="592721" y="998486"/>
                  <a:pt x="670721" y="1038234"/>
                  <a:pt x="785202" y="1038234"/>
                </a:cubicBezTo>
                <a:cubicBezTo>
                  <a:pt x="879709" y="1038234"/>
                  <a:pt x="964892" y="1011107"/>
                  <a:pt x="999201" y="974112"/>
                </a:cubicBezTo>
                <a:lnTo>
                  <a:pt x="1192730" y="763457"/>
                </a:lnTo>
                <a:cubicBezTo>
                  <a:pt x="1197521" y="756751"/>
                  <a:pt x="1200102" y="749655"/>
                  <a:pt x="1200102" y="742302"/>
                </a:cubicBezTo>
                <a:lnTo>
                  <a:pt x="1193606" y="676094"/>
                </a:lnTo>
                <a:lnTo>
                  <a:pt x="1154906" y="369360"/>
                </a:lnTo>
                <a:cubicBezTo>
                  <a:pt x="1061885" y="384524"/>
                  <a:pt x="981170" y="405022"/>
                  <a:pt x="918000" y="429358"/>
                </a:cubicBezTo>
                <a:cubicBezTo>
                  <a:pt x="981170" y="405022"/>
                  <a:pt x="1061885" y="384524"/>
                  <a:pt x="1154906" y="369360"/>
                </a:cubicBezTo>
                <a:cubicBezTo>
                  <a:pt x="1268158" y="350891"/>
                  <a:pt x="1399632" y="340318"/>
                  <a:pt x="1539878" y="340318"/>
                </a:cubicBezTo>
                <a:lnTo>
                  <a:pt x="1539878" y="189204"/>
                </a:lnTo>
                <a:cubicBezTo>
                  <a:pt x="1539878" y="172488"/>
                  <a:pt x="1547479" y="156686"/>
                  <a:pt x="1560528" y="146246"/>
                </a:cubicBezTo>
                <a:lnTo>
                  <a:pt x="1564547" y="143036"/>
                </a:lnTo>
                <a:lnTo>
                  <a:pt x="1658331" y="143036"/>
                </a:lnTo>
                <a:lnTo>
                  <a:pt x="1707680" y="92592"/>
                </a:lnTo>
                <a:lnTo>
                  <a:pt x="1707680" y="37538"/>
                </a:lnTo>
                <a:cubicBezTo>
                  <a:pt x="1707680" y="23107"/>
                  <a:pt x="1713995" y="9391"/>
                  <a:pt x="1724958" y="0"/>
                </a:cubicBezTo>
                <a:lnTo>
                  <a:pt x="552621" y="0"/>
                </a:lnTo>
                <a:cubicBezTo>
                  <a:pt x="539610" y="0"/>
                  <a:pt x="526646" y="1590"/>
                  <a:pt x="514026" y="4752"/>
                </a:cubicBezTo>
                <a:cubicBezTo>
                  <a:pt x="490394" y="10658"/>
                  <a:pt x="473811" y="31889"/>
                  <a:pt x="473811" y="56254"/>
                </a:cubicBezTo>
                <a:lnTo>
                  <a:pt x="473811" y="92573"/>
                </a:lnTo>
                <a:lnTo>
                  <a:pt x="323411" y="143036"/>
                </a:lnTo>
                <a:lnTo>
                  <a:pt x="84381" y="143036"/>
                </a:lnTo>
                <a:cubicBezTo>
                  <a:pt x="67722" y="143036"/>
                  <a:pt x="51168" y="145722"/>
                  <a:pt x="35366" y="150980"/>
                </a:cubicBezTo>
                <a:cubicBezTo>
                  <a:pt x="14249" y="158019"/>
                  <a:pt x="0" y="177774"/>
                  <a:pt x="0" y="200034"/>
                </a:cubicBezTo>
                <a:lnTo>
                  <a:pt x="0" y="340318"/>
                </a:lnTo>
                <a:cubicBezTo>
                  <a:pt x="255431" y="340318"/>
                  <a:pt x="481812" y="375380"/>
                  <a:pt x="621868" y="429358"/>
                </a:cubicBezTo>
                <a:lnTo>
                  <a:pt x="646109" y="429358"/>
                </a:lnTo>
                <a:moveTo>
                  <a:pt x="533038" y="964253"/>
                </a:moveTo>
                <a:cubicBezTo>
                  <a:pt x="533038" y="1026899"/>
                  <a:pt x="635860" y="1077696"/>
                  <a:pt x="783050" y="1077696"/>
                </a:cubicBezTo>
                <a:cubicBezTo>
                  <a:pt x="899474" y="1077696"/>
                  <a:pt x="1005097" y="1045921"/>
                  <a:pt x="1041387" y="1001629"/>
                </a:cubicBezTo>
                <a:lnTo>
                  <a:pt x="1242059" y="771896"/>
                </a:lnTo>
                <a:cubicBezTo>
                  <a:pt x="1249556" y="762590"/>
                  <a:pt x="1253613" y="752636"/>
                  <a:pt x="1253613" y="742302"/>
                </a:cubicBezTo>
                <a:cubicBezTo>
                  <a:pt x="1253613" y="716822"/>
                  <a:pt x="1230896" y="693600"/>
                  <a:pt x="1193606" y="676094"/>
                </a:cubicBezTo>
                <a:lnTo>
                  <a:pt x="1200102" y="742302"/>
                </a:lnTo>
                <a:cubicBezTo>
                  <a:pt x="1200102" y="749655"/>
                  <a:pt x="1197521" y="756751"/>
                  <a:pt x="1192730" y="763457"/>
                </a:cubicBezTo>
                <a:lnTo>
                  <a:pt x="999201" y="974112"/>
                </a:lnTo>
                <a:cubicBezTo>
                  <a:pt x="964892" y="1011107"/>
                  <a:pt x="879709" y="1038234"/>
                  <a:pt x="785202" y="1038234"/>
                </a:cubicBezTo>
                <a:cubicBezTo>
                  <a:pt x="670721" y="1038234"/>
                  <a:pt x="592721" y="998486"/>
                  <a:pt x="592721" y="949452"/>
                </a:cubicBezTo>
                <a:cubicBezTo>
                  <a:pt x="592721" y="947223"/>
                  <a:pt x="592912" y="945003"/>
                  <a:pt x="593293" y="942813"/>
                </a:cubicBezTo>
                <a:lnTo>
                  <a:pt x="599789" y="882091"/>
                </a:lnTo>
                <a:lnTo>
                  <a:pt x="565432" y="909999"/>
                </a:lnTo>
                <a:cubicBezTo>
                  <a:pt x="550392" y="921724"/>
                  <a:pt x="540086" y="934716"/>
                  <a:pt x="535581" y="948499"/>
                </a:cubicBezTo>
                <a:cubicBezTo>
                  <a:pt x="533904" y="953643"/>
                  <a:pt x="533038" y="958900"/>
                  <a:pt x="533038" y="964253"/>
                </a:cubicBezTo>
                <a:moveTo>
                  <a:pt x="783050" y="1077696"/>
                </a:moveTo>
                <a:cubicBezTo>
                  <a:pt x="635860" y="1077696"/>
                  <a:pt x="533038" y="1026899"/>
                  <a:pt x="533038" y="964253"/>
                </a:cubicBezTo>
                <a:lnTo>
                  <a:pt x="533038" y="1053026"/>
                </a:lnTo>
                <a:cubicBezTo>
                  <a:pt x="533038" y="1118406"/>
                  <a:pt x="635860" y="1171403"/>
                  <a:pt x="783050" y="1171403"/>
                </a:cubicBezTo>
                <a:cubicBezTo>
                  <a:pt x="899474" y="1171403"/>
                  <a:pt x="1005097" y="1138247"/>
                  <a:pt x="1041387" y="1092031"/>
                </a:cubicBezTo>
                <a:lnTo>
                  <a:pt x="1044044" y="1088469"/>
                </a:lnTo>
                <a:lnTo>
                  <a:pt x="1242059" y="836009"/>
                </a:lnTo>
                <a:cubicBezTo>
                  <a:pt x="1249556" y="826712"/>
                  <a:pt x="1253613" y="816759"/>
                  <a:pt x="1253613" y="806415"/>
                </a:cubicBezTo>
                <a:lnTo>
                  <a:pt x="1253613" y="742302"/>
                </a:lnTo>
                <a:cubicBezTo>
                  <a:pt x="1253613" y="752636"/>
                  <a:pt x="1249556" y="762590"/>
                  <a:pt x="1242059" y="771896"/>
                </a:cubicBezTo>
                <a:lnTo>
                  <a:pt x="1041387" y="1001629"/>
                </a:lnTo>
                <a:cubicBezTo>
                  <a:pt x="1005097" y="1045921"/>
                  <a:pt x="899474" y="1077696"/>
                  <a:pt x="783050" y="1077696"/>
                </a:cubicBezTo>
                <a:moveTo>
                  <a:pt x="1044044" y="1088469"/>
                </a:moveTo>
                <a:cubicBezTo>
                  <a:pt x="1043206" y="1089669"/>
                  <a:pt x="1042320" y="1090850"/>
                  <a:pt x="1041387" y="109203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90937" y="2203334"/>
            <a:ext cx="1724955" cy="1171404"/>
          </a:xfrm>
          <a:custGeom>
            <a:avLst/>
            <a:gdLst/>
            <a:ahLst/>
            <a:cxnLst/>
            <a:rect l="0" t="0" r="0" b="0"/>
            <a:pathLst>
              <a:path w="1724955" h="1171404">
                <a:moveTo>
                  <a:pt x="473807" y="56250"/>
                </a:moveTo>
                <a:lnTo>
                  <a:pt x="473807" y="92574"/>
                </a:lnTo>
                <a:lnTo>
                  <a:pt x="1707681" y="92595"/>
                </a:lnTo>
                <a:lnTo>
                  <a:pt x="1707681" y="37542"/>
                </a:lnTo>
                <a:cubicBezTo>
                  <a:pt x="1707681" y="23105"/>
                  <a:pt x="1713992" y="9391"/>
                  <a:pt x="1724955" y="0"/>
                </a:cubicBezTo>
                <a:lnTo>
                  <a:pt x="552625" y="0"/>
                </a:lnTo>
                <a:cubicBezTo>
                  <a:pt x="539613" y="0"/>
                  <a:pt x="526649" y="1594"/>
                  <a:pt x="514025" y="4748"/>
                </a:cubicBezTo>
                <a:cubicBezTo>
                  <a:pt x="490390" y="10653"/>
                  <a:pt x="473807" y="31888"/>
                  <a:pt x="473807" y="56250"/>
                </a:cubicBezTo>
                <a:close/>
                <a:moveTo>
                  <a:pt x="473807" y="92574"/>
                </a:moveTo>
                <a:lnTo>
                  <a:pt x="323409" y="143035"/>
                </a:lnTo>
                <a:lnTo>
                  <a:pt x="1564552" y="143035"/>
                </a:lnTo>
                <a:lnTo>
                  <a:pt x="1658327" y="143035"/>
                </a:lnTo>
                <a:lnTo>
                  <a:pt x="1707681" y="92595"/>
                </a:lnTo>
                <a:close/>
                <a:moveTo>
                  <a:pt x="0" y="200035"/>
                </a:moveTo>
                <a:lnTo>
                  <a:pt x="0" y="251542"/>
                </a:lnTo>
                <a:lnTo>
                  <a:pt x="1539875" y="251542"/>
                </a:lnTo>
                <a:lnTo>
                  <a:pt x="1539875" y="189207"/>
                </a:lnTo>
                <a:cubicBezTo>
                  <a:pt x="1539875" y="172492"/>
                  <a:pt x="1547475" y="156686"/>
                  <a:pt x="1560530" y="146250"/>
                </a:cubicBezTo>
                <a:lnTo>
                  <a:pt x="1564552" y="143035"/>
                </a:lnTo>
                <a:lnTo>
                  <a:pt x="323409" y="143035"/>
                </a:lnTo>
                <a:lnTo>
                  <a:pt x="84377" y="143035"/>
                </a:lnTo>
                <a:cubicBezTo>
                  <a:pt x="67718" y="143035"/>
                  <a:pt x="51168" y="145718"/>
                  <a:pt x="35363" y="150983"/>
                </a:cubicBezTo>
                <a:cubicBezTo>
                  <a:pt x="14245" y="158017"/>
                  <a:pt x="0" y="177777"/>
                  <a:pt x="0" y="200035"/>
                </a:cubicBezTo>
                <a:close/>
                <a:moveTo>
                  <a:pt x="0" y="340323"/>
                </a:moveTo>
                <a:cubicBezTo>
                  <a:pt x="255431" y="340323"/>
                  <a:pt x="481811" y="375383"/>
                  <a:pt x="621872" y="429361"/>
                </a:cubicBezTo>
                <a:lnTo>
                  <a:pt x="646106" y="429361"/>
                </a:lnTo>
                <a:lnTo>
                  <a:pt x="918002" y="429361"/>
                </a:lnTo>
                <a:cubicBezTo>
                  <a:pt x="981165" y="405019"/>
                  <a:pt x="1061884" y="384523"/>
                  <a:pt x="1154906" y="369356"/>
                </a:cubicBezTo>
                <a:cubicBezTo>
                  <a:pt x="1268154" y="350891"/>
                  <a:pt x="1399635" y="340323"/>
                  <a:pt x="1539875" y="340323"/>
                </a:cubicBezTo>
                <a:lnTo>
                  <a:pt x="1539875" y="251542"/>
                </a:lnTo>
                <a:lnTo>
                  <a:pt x="0" y="251542"/>
                </a:lnTo>
                <a:close/>
                <a:moveTo>
                  <a:pt x="592718" y="949456"/>
                </a:moveTo>
                <a:cubicBezTo>
                  <a:pt x="592718" y="998488"/>
                  <a:pt x="670719" y="1038237"/>
                  <a:pt x="785203" y="1038237"/>
                </a:cubicBezTo>
                <a:cubicBezTo>
                  <a:pt x="879709" y="1038237"/>
                  <a:pt x="964889" y="1011111"/>
                  <a:pt x="999200" y="974115"/>
                </a:cubicBezTo>
                <a:lnTo>
                  <a:pt x="1192730" y="763454"/>
                </a:lnTo>
                <a:cubicBezTo>
                  <a:pt x="1197523" y="756752"/>
                  <a:pt x="1200098" y="749652"/>
                  <a:pt x="1200098" y="742302"/>
                </a:cubicBezTo>
                <a:lnTo>
                  <a:pt x="1193609" y="676092"/>
                </a:lnTo>
                <a:lnTo>
                  <a:pt x="1154906" y="369356"/>
                </a:lnTo>
                <a:cubicBezTo>
                  <a:pt x="1061884" y="384523"/>
                  <a:pt x="981165" y="405019"/>
                  <a:pt x="918002" y="429361"/>
                </a:cubicBezTo>
                <a:lnTo>
                  <a:pt x="646106" y="429361"/>
                </a:lnTo>
                <a:lnTo>
                  <a:pt x="599787" y="882088"/>
                </a:lnTo>
                <a:lnTo>
                  <a:pt x="593290" y="942814"/>
                </a:lnTo>
                <a:close/>
                <a:moveTo>
                  <a:pt x="533033" y="964250"/>
                </a:moveTo>
                <a:cubicBezTo>
                  <a:pt x="533033" y="1026902"/>
                  <a:pt x="635858" y="1077691"/>
                  <a:pt x="783051" y="1077691"/>
                </a:cubicBezTo>
                <a:cubicBezTo>
                  <a:pt x="899476" y="1077691"/>
                  <a:pt x="1005092" y="1045917"/>
                  <a:pt x="1041389" y="1001629"/>
                </a:cubicBezTo>
                <a:lnTo>
                  <a:pt x="1242063" y="771892"/>
                </a:lnTo>
                <a:cubicBezTo>
                  <a:pt x="1249558" y="762590"/>
                  <a:pt x="1253616" y="752641"/>
                  <a:pt x="1253616" y="742300"/>
                </a:cubicBezTo>
                <a:cubicBezTo>
                  <a:pt x="1253616" y="716820"/>
                  <a:pt x="1230900" y="693597"/>
                  <a:pt x="1193609" y="676092"/>
                </a:cubicBezTo>
                <a:lnTo>
                  <a:pt x="1200098" y="742302"/>
                </a:lnTo>
                <a:cubicBezTo>
                  <a:pt x="1200098" y="749652"/>
                  <a:pt x="1197523" y="756752"/>
                  <a:pt x="1192730" y="763454"/>
                </a:cubicBezTo>
                <a:lnTo>
                  <a:pt x="999200" y="974115"/>
                </a:lnTo>
                <a:cubicBezTo>
                  <a:pt x="964889" y="1011111"/>
                  <a:pt x="879709" y="1038237"/>
                  <a:pt x="785203" y="1038237"/>
                </a:cubicBezTo>
                <a:cubicBezTo>
                  <a:pt x="670719" y="1038237"/>
                  <a:pt x="592718" y="998488"/>
                  <a:pt x="592718" y="949456"/>
                </a:cubicBezTo>
                <a:cubicBezTo>
                  <a:pt x="592718" y="947222"/>
                  <a:pt x="592911" y="945006"/>
                  <a:pt x="593290" y="942814"/>
                </a:cubicBezTo>
                <a:lnTo>
                  <a:pt x="599787" y="882088"/>
                </a:lnTo>
                <a:lnTo>
                  <a:pt x="565433" y="909995"/>
                </a:lnTo>
                <a:cubicBezTo>
                  <a:pt x="550394" y="921727"/>
                  <a:pt x="540082" y="934715"/>
                  <a:pt x="535583" y="948494"/>
                </a:cubicBezTo>
                <a:cubicBezTo>
                  <a:pt x="533902" y="953644"/>
                  <a:pt x="533033" y="958904"/>
                  <a:pt x="533033" y="964250"/>
                </a:cubicBezTo>
                <a:close/>
                <a:moveTo>
                  <a:pt x="783051" y="1077691"/>
                </a:moveTo>
                <a:cubicBezTo>
                  <a:pt x="635858" y="1077691"/>
                  <a:pt x="533033" y="1026902"/>
                  <a:pt x="533033" y="964250"/>
                </a:cubicBezTo>
                <a:lnTo>
                  <a:pt x="533033" y="1053030"/>
                </a:lnTo>
                <a:cubicBezTo>
                  <a:pt x="533033" y="1118407"/>
                  <a:pt x="635858" y="1171404"/>
                  <a:pt x="783051" y="1171404"/>
                </a:cubicBezTo>
                <a:cubicBezTo>
                  <a:pt x="899476" y="1171404"/>
                  <a:pt x="1005092" y="1138248"/>
                  <a:pt x="1041389" y="1092035"/>
                </a:cubicBezTo>
                <a:lnTo>
                  <a:pt x="1044047" y="1088468"/>
                </a:lnTo>
                <a:lnTo>
                  <a:pt x="1242063" y="836011"/>
                </a:lnTo>
                <a:cubicBezTo>
                  <a:pt x="1249558" y="826710"/>
                  <a:pt x="1253616" y="816759"/>
                  <a:pt x="1253616" y="806418"/>
                </a:cubicBezTo>
                <a:lnTo>
                  <a:pt x="1253616" y="742300"/>
                </a:lnTo>
                <a:cubicBezTo>
                  <a:pt x="1253616" y="752641"/>
                  <a:pt x="1249558" y="762590"/>
                  <a:pt x="1242063" y="771892"/>
                </a:cubicBezTo>
                <a:lnTo>
                  <a:pt x="1041389" y="1001629"/>
                </a:lnTo>
                <a:cubicBezTo>
                  <a:pt x="1005092" y="1045917"/>
                  <a:pt x="899476" y="1077691"/>
                  <a:pt x="783051" y="1077691"/>
                </a:cubicBezTo>
                <a:close/>
                <a:moveTo>
                  <a:pt x="1044047" y="1088468"/>
                </a:moveTo>
                <a:cubicBezTo>
                  <a:pt x="1043203" y="1089665"/>
                  <a:pt x="1042317" y="1090854"/>
                  <a:pt x="1041389" y="1092035"/>
                </a:cubicBezTo>
              </a:path>
            </a:pathLst>
          </a:custGeom>
          <a:noFill/>
          <a:ln w="412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400047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00047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00992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00992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01936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01936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7" name="Group 16"/>
          <p:cNvGrpSpPr/>
          <p:nvPr/>
        </p:nvGrpSpPr>
        <p:grpSpPr>
          <a:xfrm>
            <a:off x="5601814" y="1873369"/>
            <a:ext cx="797871" cy="197957"/>
            <a:chOff x="5601814" y="1868607"/>
            <a:chExt cx="797871" cy="197957"/>
          </a:xfrm>
        </p:grpSpPr>
        <p:sp>
          <p:nvSpPr>
            <p:cNvPr id="15" name="TextBox 14"/>
            <p:cNvSpPr txBox="1"/>
            <p:nvPr/>
          </p:nvSpPr>
          <p:spPr>
            <a:xfrm>
              <a:off x="5601814" y="1868607"/>
              <a:ext cx="797871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Manage external API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01814" y="1967571"/>
              <a:ext cx="797871" cy="98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usage effectively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77805" y="1873369"/>
            <a:ext cx="817664" cy="197957"/>
            <a:chOff x="6977805" y="1868607"/>
            <a:chExt cx="817664" cy="197957"/>
          </a:xfrm>
        </p:grpSpPr>
        <p:sp>
          <p:nvSpPr>
            <p:cNvPr id="18" name="TextBox 17"/>
            <p:cNvSpPr txBox="1"/>
            <p:nvPr/>
          </p:nvSpPr>
          <p:spPr>
            <a:xfrm>
              <a:off x="6977805" y="1868607"/>
              <a:ext cx="817664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Securely manage API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977805" y="1967571"/>
              <a:ext cx="817664" cy="98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keys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19125" y="1933640"/>
            <a:ext cx="2060076" cy="761952"/>
            <a:chOff x="619125" y="1928878"/>
            <a:chExt cx="2060076" cy="761952"/>
          </a:xfrm>
        </p:grpSpPr>
        <p:sp>
          <p:nvSpPr>
            <p:cNvPr id="21" name="TextBox 20"/>
            <p:cNvSpPr txBox="1"/>
            <p:nvPr/>
          </p:nvSpPr>
          <p:spPr>
            <a:xfrm>
              <a:off x="619125" y="1928878"/>
              <a:ext cx="20600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Challenge: AI model integration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9125" y="2119378"/>
              <a:ext cx="20600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and try-on quality — Solution: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9125" y="2309878"/>
              <a:ext cx="20600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FastAPI service layer and input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9125" y="2500378"/>
              <a:ext cx="2060076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validation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218755" y="1873369"/>
            <a:ext cx="792213" cy="197957"/>
            <a:chOff x="4218755" y="1868607"/>
            <a:chExt cx="792213" cy="197957"/>
          </a:xfrm>
        </p:grpSpPr>
        <p:sp>
          <p:nvSpPr>
            <p:cNvPr id="26" name="TextBox 25"/>
            <p:cNvSpPr txBox="1"/>
            <p:nvPr/>
          </p:nvSpPr>
          <p:spPr>
            <a:xfrm>
              <a:off x="4218755" y="1868607"/>
              <a:ext cx="792213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Ensure data integrity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218755" y="1967571"/>
              <a:ext cx="792213" cy="98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"/>
                </a:rPr>
                <a:t>for AI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983910" y="1609403"/>
            <a:ext cx="805462" cy="197958"/>
            <a:chOff x="6983910" y="1604641"/>
            <a:chExt cx="805462" cy="197958"/>
          </a:xfrm>
        </p:grpSpPr>
        <p:sp>
          <p:nvSpPr>
            <p:cNvPr id="29" name="TextBox 28"/>
            <p:cNvSpPr txBox="1"/>
            <p:nvPr/>
          </p:nvSpPr>
          <p:spPr>
            <a:xfrm>
              <a:off x="6983910" y="1604641"/>
              <a:ext cx="805462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Environment-Based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983910" y="1703606"/>
              <a:ext cx="805462" cy="98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Secrets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5652268" y="1708381"/>
            <a:ext cx="696963" cy="989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API Rate Limiting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629257" y="2731292"/>
            <a:ext cx="438597" cy="296931"/>
            <a:chOff x="3629257" y="2726530"/>
            <a:chExt cx="438597" cy="296931"/>
          </a:xfrm>
        </p:grpSpPr>
        <p:sp>
          <p:nvSpPr>
            <p:cNvPr id="33" name="TextBox 32"/>
            <p:cNvSpPr txBox="1"/>
            <p:nvPr/>
          </p:nvSpPr>
          <p:spPr>
            <a:xfrm>
              <a:off x="3629257" y="2726530"/>
              <a:ext cx="438597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 Slab"/>
                </a:rPr>
                <a:t>Technical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629257" y="2825494"/>
              <a:ext cx="438597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 Slab"/>
                </a:rPr>
                <a:t>Integration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629257" y="2924459"/>
              <a:ext cx="438597" cy="990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 Slab"/>
                </a:rPr>
                <a:t>Challenges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4356845" y="2802788"/>
            <a:ext cx="252979" cy="253023"/>
          </a:xfrm>
          <a:custGeom>
            <a:avLst/>
            <a:gdLst/>
            <a:ahLst/>
            <a:cxnLst/>
            <a:rect l="0" t="0" r="0" b="0"/>
            <a:pathLst>
              <a:path w="252979" h="253023">
                <a:moveTo>
                  <a:pt x="120990" y="252979"/>
                </a:moveTo>
                <a:lnTo>
                  <a:pt x="10999" y="252979"/>
                </a:lnTo>
                <a:cubicBezTo>
                  <a:pt x="4924" y="252979"/>
                  <a:pt x="0" y="248054"/>
                  <a:pt x="0" y="241980"/>
                </a:cubicBezTo>
                <a:lnTo>
                  <a:pt x="0" y="10999"/>
                </a:lnTo>
                <a:cubicBezTo>
                  <a:pt x="0" y="4924"/>
                  <a:pt x="4924" y="0"/>
                  <a:pt x="10999" y="0"/>
                </a:cubicBezTo>
                <a:lnTo>
                  <a:pt x="157210" y="0"/>
                </a:lnTo>
                <a:cubicBezTo>
                  <a:pt x="160138" y="20"/>
                  <a:pt x="162937" y="1208"/>
                  <a:pt x="164986" y="3299"/>
                </a:cubicBezTo>
                <a:lnTo>
                  <a:pt x="205760" y="43996"/>
                </a:lnTo>
                <a:cubicBezTo>
                  <a:pt x="207823" y="46058"/>
                  <a:pt x="208982" y="48855"/>
                  <a:pt x="208983" y="51772"/>
                </a:cubicBezTo>
                <a:lnTo>
                  <a:pt x="208983" y="98991"/>
                </a:lnTo>
                <a:moveTo>
                  <a:pt x="65994" y="71538"/>
                </a:moveTo>
                <a:lnTo>
                  <a:pt x="32997" y="104535"/>
                </a:lnTo>
                <a:lnTo>
                  <a:pt x="65994" y="137532"/>
                </a:lnTo>
                <a:moveTo>
                  <a:pt x="98991" y="137532"/>
                </a:moveTo>
                <a:lnTo>
                  <a:pt x="131989" y="104535"/>
                </a:lnTo>
                <a:lnTo>
                  <a:pt x="98991" y="71538"/>
                </a:lnTo>
                <a:moveTo>
                  <a:pt x="131989" y="181848"/>
                </a:moveTo>
                <a:cubicBezTo>
                  <a:pt x="131989" y="209360"/>
                  <a:pt x="154292" y="231663"/>
                  <a:pt x="181804" y="231663"/>
                </a:cubicBezTo>
                <a:cubicBezTo>
                  <a:pt x="209316" y="231663"/>
                  <a:pt x="231619" y="209360"/>
                  <a:pt x="231619" y="181848"/>
                </a:cubicBezTo>
                <a:cubicBezTo>
                  <a:pt x="231619" y="154336"/>
                  <a:pt x="209316" y="132033"/>
                  <a:pt x="181804" y="132033"/>
                </a:cubicBezTo>
                <a:cubicBezTo>
                  <a:pt x="154292" y="132033"/>
                  <a:pt x="131989" y="154336"/>
                  <a:pt x="131989" y="181848"/>
                </a:cubicBezTo>
                <a:close/>
                <a:moveTo>
                  <a:pt x="252979" y="253023"/>
                </a:moveTo>
                <a:lnTo>
                  <a:pt x="217254" y="217298"/>
                </a:lnTo>
              </a:path>
            </a:pathLst>
          </a:custGeom>
          <a:noFill/>
          <a:ln w="412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68760" y="2797289"/>
            <a:ext cx="255729" cy="251329"/>
          </a:xfrm>
          <a:custGeom>
            <a:avLst/>
            <a:gdLst/>
            <a:ahLst/>
            <a:cxnLst/>
            <a:rect l="0" t="0" r="0" b="0"/>
            <a:pathLst>
              <a:path w="255729" h="251329">
                <a:moveTo>
                  <a:pt x="8249" y="231531"/>
                </a:moveTo>
                <a:cubicBezTo>
                  <a:pt x="8249" y="163336"/>
                  <a:pt x="63490" y="108340"/>
                  <a:pt x="131989" y="108340"/>
                </a:cubicBezTo>
                <a:cubicBezTo>
                  <a:pt x="200488" y="108340"/>
                  <a:pt x="255729" y="163336"/>
                  <a:pt x="255729" y="231531"/>
                </a:cubicBezTo>
                <a:moveTo>
                  <a:pt x="131989" y="251329"/>
                </a:moveTo>
                <a:cubicBezTo>
                  <a:pt x="141100" y="251329"/>
                  <a:pt x="148487" y="243942"/>
                  <a:pt x="148487" y="234830"/>
                </a:cubicBezTo>
                <a:cubicBezTo>
                  <a:pt x="148487" y="225718"/>
                  <a:pt x="141100" y="218332"/>
                  <a:pt x="131989" y="218332"/>
                </a:cubicBezTo>
                <a:cubicBezTo>
                  <a:pt x="122877" y="218332"/>
                  <a:pt x="115490" y="225718"/>
                  <a:pt x="115490" y="234830"/>
                </a:cubicBezTo>
                <a:cubicBezTo>
                  <a:pt x="115490" y="243942"/>
                  <a:pt x="122877" y="251329"/>
                  <a:pt x="131989" y="251329"/>
                </a:cubicBezTo>
                <a:close/>
                <a:moveTo>
                  <a:pt x="0" y="0"/>
                </a:moveTo>
                <a:moveTo>
                  <a:pt x="125939" y="219432"/>
                </a:moveTo>
                <a:lnTo>
                  <a:pt x="100642" y="149037"/>
                </a:lnTo>
                <a:moveTo>
                  <a:pt x="0" y="0"/>
                </a:moveTo>
                <a:moveTo>
                  <a:pt x="163336" y="149037"/>
                </a:moveTo>
                <a:lnTo>
                  <a:pt x="157837" y="164436"/>
                </a:lnTo>
                <a:moveTo>
                  <a:pt x="0" y="0"/>
                </a:moveTo>
                <a:moveTo>
                  <a:pt x="211182" y="189734"/>
                </a:moveTo>
                <a:lnTo>
                  <a:pt x="194684" y="199633"/>
                </a:lnTo>
                <a:moveTo>
                  <a:pt x="0" y="0"/>
                </a:moveTo>
                <a:moveTo>
                  <a:pt x="69294" y="199633"/>
                </a:moveTo>
                <a:lnTo>
                  <a:pt x="52795" y="189734"/>
                </a:lnTo>
                <a:moveTo>
                  <a:pt x="0" y="0"/>
                </a:moveTo>
                <a:moveTo>
                  <a:pt x="222181" y="250229"/>
                </a:moveTo>
                <a:lnTo>
                  <a:pt x="205683" y="248029"/>
                </a:lnTo>
                <a:moveTo>
                  <a:pt x="0" y="0"/>
                </a:moveTo>
                <a:moveTo>
                  <a:pt x="41796" y="250229"/>
                </a:moveTo>
                <a:lnTo>
                  <a:pt x="58295" y="248029"/>
                </a:lnTo>
                <a:moveTo>
                  <a:pt x="0" y="0"/>
                </a:moveTo>
                <a:moveTo>
                  <a:pt x="52795" y="12649"/>
                </a:moveTo>
                <a:lnTo>
                  <a:pt x="77675" y="75503"/>
                </a:lnTo>
                <a:moveTo>
                  <a:pt x="0" y="0"/>
                </a:moveTo>
                <a:moveTo>
                  <a:pt x="43996" y="65444"/>
                </a:moveTo>
                <a:lnTo>
                  <a:pt x="76993" y="76444"/>
                </a:lnTo>
                <a:lnTo>
                  <a:pt x="94592" y="45646"/>
                </a:lnTo>
              </a:path>
            </a:pathLst>
          </a:custGeom>
          <a:noFill/>
          <a:ln w="412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89593" y="2802997"/>
            <a:ext cx="255522" cy="257769"/>
          </a:xfrm>
          <a:custGeom>
            <a:avLst/>
            <a:gdLst/>
            <a:ahLst/>
            <a:cxnLst/>
            <a:rect l="0" t="0" r="0" b="0"/>
            <a:pathLst>
              <a:path w="255522" h="257769">
                <a:moveTo>
                  <a:pt x="62708" y="132110"/>
                </a:moveTo>
                <a:cubicBezTo>
                  <a:pt x="31501" y="132274"/>
                  <a:pt x="5540" y="156150"/>
                  <a:pt x="2770" y="187234"/>
                </a:cubicBezTo>
                <a:cubicBezTo>
                  <a:pt x="0" y="218318"/>
                  <a:pt x="21329" y="246409"/>
                  <a:pt x="52015" y="252089"/>
                </a:cubicBezTo>
                <a:cubicBezTo>
                  <a:pt x="82701" y="257769"/>
                  <a:pt x="112672" y="239175"/>
                  <a:pt x="121212" y="209159"/>
                </a:cubicBezTo>
                <a:lnTo>
                  <a:pt x="134554" y="209159"/>
                </a:lnTo>
                <a:lnTo>
                  <a:pt x="145553" y="219784"/>
                </a:lnTo>
                <a:lnTo>
                  <a:pt x="156552" y="209214"/>
                </a:lnTo>
                <a:lnTo>
                  <a:pt x="167551" y="209214"/>
                </a:lnTo>
                <a:lnTo>
                  <a:pt x="178605" y="219707"/>
                </a:lnTo>
                <a:lnTo>
                  <a:pt x="189549" y="209214"/>
                </a:lnTo>
                <a:lnTo>
                  <a:pt x="206048" y="209137"/>
                </a:lnTo>
                <a:lnTo>
                  <a:pt x="222525" y="191890"/>
                </a:lnTo>
                <a:lnTo>
                  <a:pt x="205894" y="176107"/>
                </a:lnTo>
                <a:lnTo>
                  <a:pt x="121058" y="176107"/>
                </a:lnTo>
                <a:cubicBezTo>
                  <a:pt x="113612" y="150058"/>
                  <a:pt x="89799" y="132103"/>
                  <a:pt x="62708" y="132110"/>
                </a:cubicBezTo>
                <a:close/>
                <a:moveTo>
                  <a:pt x="24486" y="192605"/>
                </a:moveTo>
                <a:cubicBezTo>
                  <a:pt x="24486" y="183493"/>
                  <a:pt x="31873" y="176107"/>
                  <a:pt x="40985" y="176107"/>
                </a:cubicBezTo>
                <a:cubicBezTo>
                  <a:pt x="50096" y="176107"/>
                  <a:pt x="57483" y="183493"/>
                  <a:pt x="57483" y="192605"/>
                </a:cubicBezTo>
                <a:cubicBezTo>
                  <a:pt x="57483" y="201717"/>
                  <a:pt x="50096" y="209104"/>
                  <a:pt x="40985" y="209104"/>
                </a:cubicBezTo>
                <a:cubicBezTo>
                  <a:pt x="31873" y="209104"/>
                  <a:pt x="24486" y="201717"/>
                  <a:pt x="24486" y="192605"/>
                </a:cubicBezTo>
                <a:close/>
                <a:moveTo>
                  <a:pt x="244523" y="186831"/>
                </a:moveTo>
                <a:cubicBezTo>
                  <a:pt x="250598" y="186831"/>
                  <a:pt x="255522" y="181906"/>
                  <a:pt x="255522" y="175832"/>
                </a:cubicBezTo>
                <a:lnTo>
                  <a:pt x="255522" y="88114"/>
                </a:lnTo>
                <a:cubicBezTo>
                  <a:pt x="255492" y="82061"/>
                  <a:pt x="250576" y="77170"/>
                  <a:pt x="244523" y="77170"/>
                </a:cubicBezTo>
                <a:lnTo>
                  <a:pt x="123533" y="77071"/>
                </a:lnTo>
                <a:cubicBezTo>
                  <a:pt x="117458" y="77071"/>
                  <a:pt x="112534" y="81995"/>
                  <a:pt x="112534" y="88070"/>
                </a:cubicBezTo>
                <a:lnTo>
                  <a:pt x="112534" y="121386"/>
                </a:lnTo>
                <a:moveTo>
                  <a:pt x="134598" y="77115"/>
                </a:moveTo>
                <a:lnTo>
                  <a:pt x="134532" y="49837"/>
                </a:lnTo>
                <a:cubicBezTo>
                  <a:pt x="134410" y="22501"/>
                  <a:pt x="156472" y="242"/>
                  <a:pt x="183808" y="121"/>
                </a:cubicBezTo>
                <a:cubicBezTo>
                  <a:pt x="211144" y="0"/>
                  <a:pt x="233402" y="22061"/>
                  <a:pt x="233524" y="49397"/>
                </a:cubicBezTo>
                <a:lnTo>
                  <a:pt x="233645" y="77115"/>
                </a:lnTo>
                <a:moveTo>
                  <a:pt x="167529" y="126611"/>
                </a:moveTo>
                <a:cubicBezTo>
                  <a:pt x="167529" y="135723"/>
                  <a:pt x="174916" y="143109"/>
                  <a:pt x="184028" y="143109"/>
                </a:cubicBezTo>
                <a:cubicBezTo>
                  <a:pt x="193140" y="143109"/>
                  <a:pt x="200527" y="135723"/>
                  <a:pt x="200527" y="126611"/>
                </a:cubicBezTo>
                <a:cubicBezTo>
                  <a:pt x="200527" y="117499"/>
                  <a:pt x="193140" y="110112"/>
                  <a:pt x="184028" y="110112"/>
                </a:cubicBezTo>
                <a:cubicBezTo>
                  <a:pt x="174916" y="110112"/>
                  <a:pt x="167529" y="117499"/>
                  <a:pt x="167529" y="126611"/>
                </a:cubicBezTo>
                <a:close/>
              </a:path>
            </a:pathLst>
          </a:custGeom>
          <a:noFill/>
          <a:ln w="412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2" name="Group 41"/>
          <p:cNvGrpSpPr/>
          <p:nvPr/>
        </p:nvGrpSpPr>
        <p:grpSpPr>
          <a:xfrm>
            <a:off x="7933644" y="2731289"/>
            <a:ext cx="502148" cy="197957"/>
            <a:chOff x="7933644" y="2726527"/>
            <a:chExt cx="502148" cy="197957"/>
          </a:xfrm>
        </p:grpSpPr>
        <p:sp>
          <p:nvSpPr>
            <p:cNvPr id="40" name="TextBox 39"/>
            <p:cNvSpPr txBox="1"/>
            <p:nvPr/>
          </p:nvSpPr>
          <p:spPr>
            <a:xfrm>
              <a:off x="7933644" y="2726527"/>
              <a:ext cx="502148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 Slab"/>
                </a:rPr>
                <a:t>Seamless AI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33644" y="2825491"/>
              <a:ext cx="502148" cy="98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 Slab"/>
                </a:rPr>
                <a:t>Integration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292279" y="1708381"/>
            <a:ext cx="645166" cy="989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Input Validation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19125" y="2924192"/>
            <a:ext cx="2218877" cy="761952"/>
            <a:chOff x="619125" y="2919430"/>
            <a:chExt cx="2218877" cy="761952"/>
          </a:xfrm>
        </p:grpSpPr>
        <p:sp>
          <p:nvSpPr>
            <p:cNvPr id="44" name="TextBox 43"/>
            <p:cNvSpPr txBox="1"/>
            <p:nvPr/>
          </p:nvSpPr>
          <p:spPr>
            <a:xfrm>
              <a:off x="619125" y="2919430"/>
              <a:ext cx="22188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Challenge: External API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19125" y="3109930"/>
              <a:ext cx="22188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limitations and quotas — Solution: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19125" y="3300430"/>
              <a:ext cx="22188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API rate limiting and error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19125" y="3490930"/>
              <a:ext cx="2218877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handling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327134" y="3094230"/>
            <a:ext cx="740721" cy="197957"/>
            <a:chOff x="3327134" y="3089468"/>
            <a:chExt cx="740721" cy="197957"/>
          </a:xfrm>
        </p:grpSpPr>
        <p:sp>
          <p:nvSpPr>
            <p:cNvPr id="49" name="TextBox 48"/>
            <p:cNvSpPr txBox="1"/>
            <p:nvPr/>
          </p:nvSpPr>
          <p:spPr>
            <a:xfrm>
              <a:off x="3327134" y="3089468"/>
              <a:ext cx="740721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Complex AI and API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327134" y="3188432"/>
              <a:ext cx="740721" cy="98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management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933644" y="2995259"/>
            <a:ext cx="725985" cy="197957"/>
            <a:chOff x="7933644" y="2990497"/>
            <a:chExt cx="725985" cy="197957"/>
          </a:xfrm>
        </p:grpSpPr>
        <p:sp>
          <p:nvSpPr>
            <p:cNvPr id="52" name="TextBox 51"/>
            <p:cNvSpPr txBox="1"/>
            <p:nvPr/>
          </p:nvSpPr>
          <p:spPr>
            <a:xfrm>
              <a:off x="7933644" y="2990497"/>
              <a:ext cx="725985" cy="98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High-quality try-on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933644" y="3089461"/>
              <a:ext cx="725985" cy="98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and secure access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19125" y="3914747"/>
            <a:ext cx="2078983" cy="761952"/>
            <a:chOff x="619125" y="3909985"/>
            <a:chExt cx="2078983" cy="761952"/>
          </a:xfrm>
        </p:grpSpPr>
        <p:sp>
          <p:nvSpPr>
            <p:cNvPr id="55" name="TextBox 54"/>
            <p:cNvSpPr txBox="1"/>
            <p:nvPr/>
          </p:nvSpPr>
          <p:spPr>
            <a:xfrm>
              <a:off x="619125" y="3909985"/>
              <a:ext cx="207898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Challenge: Secure integration —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19125" y="4100485"/>
              <a:ext cx="207898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Solution: Environment-based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19125" y="4290985"/>
              <a:ext cx="207898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secrets and backend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19125" y="4481485"/>
              <a:ext cx="2078983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orchestration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90525" y="1247844"/>
            <a:ext cx="2131818" cy="342900"/>
            <a:chOff x="390525" y="1243082"/>
            <a:chExt cx="2131818" cy="342900"/>
          </a:xfrm>
        </p:grpSpPr>
        <p:sp>
          <p:nvSpPr>
            <p:cNvPr id="60" name="TextBox 59"/>
            <p:cNvSpPr txBox="1"/>
            <p:nvPr/>
          </p:nvSpPr>
          <p:spPr>
            <a:xfrm>
              <a:off x="390525" y="1243082"/>
              <a:ext cx="213181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Navigating the complexities of AI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90525" y="1414532"/>
              <a:ext cx="213181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integration and API management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390525" y="376237"/>
            <a:ext cx="5910557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22403B"/>
                </a:solidFill>
                <a:latin typeface="Roboto Slab"/>
              </a:rPr>
              <a:t>Overcoming Technical Hurdles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44811" y="1761175"/>
            <a:ext cx="7254377" cy="9525"/>
          </a:xfrm>
          <a:custGeom>
            <a:avLst/>
            <a:gdLst/>
            <a:ahLst/>
            <a:cxnLst/>
            <a:rect l="0" t="0" r="0" b="0"/>
            <a:pathLst>
              <a:path w="7254377" h="9525">
                <a:moveTo>
                  <a:pt x="5120737" y="0"/>
                </a:moveTo>
                <a:lnTo>
                  <a:pt x="5803502" y="0"/>
                </a:lnTo>
                <a:moveTo>
                  <a:pt x="4352626" y="0"/>
                </a:moveTo>
                <a:lnTo>
                  <a:pt x="5035391" y="0"/>
                </a:lnTo>
                <a:moveTo>
                  <a:pt x="6571612" y="0"/>
                </a:moveTo>
                <a:lnTo>
                  <a:pt x="7254377" y="0"/>
                </a:lnTo>
                <a:moveTo>
                  <a:pt x="5803501" y="0"/>
                </a:moveTo>
                <a:lnTo>
                  <a:pt x="6486266" y="0"/>
                </a:lnTo>
                <a:moveTo>
                  <a:pt x="3669861" y="0"/>
                </a:moveTo>
                <a:lnTo>
                  <a:pt x="4352626" y="0"/>
                </a:lnTo>
                <a:moveTo>
                  <a:pt x="2901750" y="0"/>
                </a:moveTo>
                <a:lnTo>
                  <a:pt x="3584515" y="0"/>
                </a:lnTo>
                <a:moveTo>
                  <a:pt x="2218986" y="0"/>
                </a:moveTo>
                <a:lnTo>
                  <a:pt x="2901751" y="0"/>
                </a:lnTo>
                <a:moveTo>
                  <a:pt x="1450875" y="0"/>
                </a:moveTo>
                <a:lnTo>
                  <a:pt x="2133640" y="0"/>
                </a:lnTo>
                <a:moveTo>
                  <a:pt x="768110" y="0"/>
                </a:moveTo>
                <a:lnTo>
                  <a:pt x="1450875" y="0"/>
                </a:lnTo>
                <a:moveTo>
                  <a:pt x="0" y="0"/>
                </a:moveTo>
                <a:lnTo>
                  <a:pt x="682764" y="0"/>
                </a:lnTo>
              </a:path>
            </a:pathLst>
          </a:custGeom>
          <a:noFill/>
          <a:ln w="53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38190" y="1718503"/>
            <a:ext cx="85345" cy="85345"/>
          </a:xfrm>
          <a:custGeom>
            <a:avLst/>
            <a:gdLst/>
            <a:ahLst/>
            <a:cxnLst/>
            <a:rect l="0" t="0" r="0" b="0"/>
            <a:pathLst>
              <a:path w="85345" h="85345">
                <a:moveTo>
                  <a:pt x="85345" y="42672"/>
                </a:moveTo>
                <a:cubicBezTo>
                  <a:pt x="85345" y="66240"/>
                  <a:pt x="66240" y="85345"/>
                  <a:pt x="42672" y="85345"/>
                </a:cubicBezTo>
                <a:cubicBezTo>
                  <a:pt x="19105" y="85345"/>
                  <a:pt x="0" y="66240"/>
                  <a:pt x="0" y="42672"/>
                </a:cubicBezTo>
                <a:cubicBezTo>
                  <a:pt x="0" y="19105"/>
                  <a:pt x="19105" y="0"/>
                  <a:pt x="42672" y="0"/>
                </a:cubicBezTo>
                <a:cubicBezTo>
                  <a:pt x="66240" y="0"/>
                  <a:pt x="85345" y="19105"/>
                  <a:pt x="85345" y="42672"/>
                </a:cubicBezTo>
                <a:close/>
                <a:moveTo>
                  <a:pt x="85345" y="42672"/>
                </a:moveTo>
                <a:cubicBezTo>
                  <a:pt x="85345" y="19105"/>
                  <a:pt x="66240" y="0"/>
                  <a:pt x="42672" y="0"/>
                </a:cubicBezTo>
                <a:cubicBezTo>
                  <a:pt x="19105" y="0"/>
                  <a:pt x="0" y="19105"/>
                  <a:pt x="0" y="42672"/>
                </a:cubicBezTo>
                <a:cubicBezTo>
                  <a:pt x="0" y="66240"/>
                  <a:pt x="19105" y="85345"/>
                  <a:pt x="42672" y="85345"/>
                </a:cubicBezTo>
                <a:cubicBezTo>
                  <a:pt x="66240" y="85345"/>
                  <a:pt x="85345" y="66240"/>
                  <a:pt x="85345" y="42672"/>
                </a:cubicBezTo>
                <a:close/>
              </a:path>
            </a:pathLst>
          </a:custGeom>
          <a:noFill/>
          <a:ln w="53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0202" y="1718503"/>
            <a:ext cx="85344" cy="85344"/>
          </a:xfrm>
          <a:custGeom>
            <a:avLst/>
            <a:gdLst/>
            <a:ahLst/>
            <a:cxnLst/>
            <a:rect l="0" t="0" r="0" b="0"/>
            <a:pathLst>
              <a:path w="85344" h="85344">
                <a:moveTo>
                  <a:pt x="85344" y="42671"/>
                </a:moveTo>
                <a:cubicBezTo>
                  <a:pt x="85344" y="66236"/>
                  <a:pt x="66236" y="85344"/>
                  <a:pt x="42672" y="85344"/>
                </a:cubicBezTo>
                <a:cubicBezTo>
                  <a:pt x="19107" y="85344"/>
                  <a:pt x="0" y="66236"/>
                  <a:pt x="0" y="42671"/>
                </a:cubicBezTo>
                <a:cubicBezTo>
                  <a:pt x="0" y="19107"/>
                  <a:pt x="19107" y="0"/>
                  <a:pt x="42672" y="0"/>
                </a:cubicBezTo>
                <a:cubicBezTo>
                  <a:pt x="66236" y="0"/>
                  <a:pt x="85344" y="19107"/>
                  <a:pt x="85344" y="42671"/>
                </a:cubicBezTo>
                <a:moveTo>
                  <a:pt x="85344" y="42671"/>
                </a:moveTo>
                <a:cubicBezTo>
                  <a:pt x="85344" y="19107"/>
                  <a:pt x="66236" y="0"/>
                  <a:pt x="42672" y="0"/>
                </a:cubicBezTo>
                <a:cubicBezTo>
                  <a:pt x="19107" y="0"/>
                  <a:pt x="0" y="19107"/>
                  <a:pt x="0" y="42671"/>
                </a:cubicBezTo>
                <a:cubicBezTo>
                  <a:pt x="0" y="66236"/>
                  <a:pt x="19107" y="85344"/>
                  <a:pt x="42672" y="85344"/>
                </a:cubicBezTo>
                <a:cubicBezTo>
                  <a:pt x="66236" y="85344"/>
                  <a:pt x="85344" y="66236"/>
                  <a:pt x="85344" y="4267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80202" y="1718503"/>
            <a:ext cx="85345" cy="85345"/>
          </a:xfrm>
          <a:custGeom>
            <a:avLst/>
            <a:gdLst/>
            <a:ahLst/>
            <a:cxnLst/>
            <a:rect l="0" t="0" r="0" b="0"/>
            <a:pathLst>
              <a:path w="85345" h="85345">
                <a:moveTo>
                  <a:pt x="85345" y="42672"/>
                </a:moveTo>
                <a:cubicBezTo>
                  <a:pt x="85345" y="66240"/>
                  <a:pt x="66240" y="85345"/>
                  <a:pt x="42672" y="85345"/>
                </a:cubicBezTo>
                <a:cubicBezTo>
                  <a:pt x="19105" y="85345"/>
                  <a:pt x="0" y="66240"/>
                  <a:pt x="0" y="42672"/>
                </a:cubicBezTo>
                <a:cubicBezTo>
                  <a:pt x="0" y="19105"/>
                  <a:pt x="19105" y="0"/>
                  <a:pt x="42672" y="0"/>
                </a:cubicBezTo>
                <a:cubicBezTo>
                  <a:pt x="66240" y="0"/>
                  <a:pt x="85345" y="19105"/>
                  <a:pt x="85345" y="42672"/>
                </a:cubicBezTo>
                <a:close/>
                <a:moveTo>
                  <a:pt x="85345" y="42672"/>
                </a:moveTo>
                <a:cubicBezTo>
                  <a:pt x="85345" y="19105"/>
                  <a:pt x="66240" y="0"/>
                  <a:pt x="42672" y="0"/>
                </a:cubicBezTo>
                <a:cubicBezTo>
                  <a:pt x="19105" y="0"/>
                  <a:pt x="0" y="19105"/>
                  <a:pt x="0" y="42672"/>
                </a:cubicBezTo>
                <a:cubicBezTo>
                  <a:pt x="0" y="66240"/>
                  <a:pt x="19105" y="85345"/>
                  <a:pt x="42672" y="85345"/>
                </a:cubicBezTo>
                <a:cubicBezTo>
                  <a:pt x="66240" y="85345"/>
                  <a:pt x="85345" y="66240"/>
                  <a:pt x="85345" y="42672"/>
                </a:cubicBezTo>
                <a:close/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9327" y="1718503"/>
            <a:ext cx="85343" cy="85344"/>
          </a:xfrm>
          <a:custGeom>
            <a:avLst/>
            <a:gdLst/>
            <a:ahLst/>
            <a:cxnLst/>
            <a:rect l="0" t="0" r="0" b="0"/>
            <a:pathLst>
              <a:path w="85343" h="85344">
                <a:moveTo>
                  <a:pt x="85343" y="42671"/>
                </a:moveTo>
                <a:cubicBezTo>
                  <a:pt x="85343" y="66236"/>
                  <a:pt x="66236" y="85344"/>
                  <a:pt x="42672" y="85344"/>
                </a:cubicBezTo>
                <a:cubicBezTo>
                  <a:pt x="19107" y="85344"/>
                  <a:pt x="0" y="66236"/>
                  <a:pt x="0" y="42671"/>
                </a:cubicBezTo>
                <a:cubicBezTo>
                  <a:pt x="0" y="19107"/>
                  <a:pt x="19107" y="0"/>
                  <a:pt x="42672" y="0"/>
                </a:cubicBezTo>
                <a:cubicBezTo>
                  <a:pt x="66236" y="0"/>
                  <a:pt x="85343" y="19107"/>
                  <a:pt x="85343" y="42671"/>
                </a:cubicBezTo>
                <a:moveTo>
                  <a:pt x="85343" y="42671"/>
                </a:moveTo>
                <a:cubicBezTo>
                  <a:pt x="85343" y="19107"/>
                  <a:pt x="66236" y="0"/>
                  <a:pt x="42672" y="0"/>
                </a:cubicBezTo>
                <a:cubicBezTo>
                  <a:pt x="19107" y="0"/>
                  <a:pt x="0" y="19107"/>
                  <a:pt x="0" y="42671"/>
                </a:cubicBezTo>
                <a:cubicBezTo>
                  <a:pt x="0" y="66236"/>
                  <a:pt x="19107" y="85344"/>
                  <a:pt x="42672" y="85344"/>
                </a:cubicBezTo>
                <a:cubicBezTo>
                  <a:pt x="66236" y="85344"/>
                  <a:pt x="85343" y="66236"/>
                  <a:pt x="85343" y="4267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29327" y="1718503"/>
            <a:ext cx="85345" cy="85345"/>
          </a:xfrm>
          <a:custGeom>
            <a:avLst/>
            <a:gdLst/>
            <a:ahLst/>
            <a:cxnLst/>
            <a:rect l="0" t="0" r="0" b="0"/>
            <a:pathLst>
              <a:path w="85345" h="85345">
                <a:moveTo>
                  <a:pt x="85345" y="42672"/>
                </a:moveTo>
                <a:cubicBezTo>
                  <a:pt x="85345" y="66240"/>
                  <a:pt x="66240" y="85345"/>
                  <a:pt x="42672" y="85345"/>
                </a:cubicBezTo>
                <a:cubicBezTo>
                  <a:pt x="19105" y="85345"/>
                  <a:pt x="0" y="66240"/>
                  <a:pt x="0" y="42672"/>
                </a:cubicBezTo>
                <a:cubicBezTo>
                  <a:pt x="0" y="19105"/>
                  <a:pt x="19105" y="0"/>
                  <a:pt x="42672" y="0"/>
                </a:cubicBezTo>
                <a:cubicBezTo>
                  <a:pt x="66240" y="0"/>
                  <a:pt x="85345" y="19105"/>
                  <a:pt x="85345" y="42672"/>
                </a:cubicBezTo>
                <a:close/>
                <a:moveTo>
                  <a:pt x="85345" y="42672"/>
                </a:moveTo>
                <a:cubicBezTo>
                  <a:pt x="85345" y="19105"/>
                  <a:pt x="66240" y="0"/>
                  <a:pt x="42672" y="0"/>
                </a:cubicBezTo>
                <a:cubicBezTo>
                  <a:pt x="19105" y="0"/>
                  <a:pt x="0" y="19105"/>
                  <a:pt x="0" y="42672"/>
                </a:cubicBezTo>
                <a:cubicBezTo>
                  <a:pt x="0" y="66240"/>
                  <a:pt x="19105" y="85345"/>
                  <a:pt x="42672" y="85345"/>
                </a:cubicBezTo>
                <a:cubicBezTo>
                  <a:pt x="66240" y="85345"/>
                  <a:pt x="85345" y="66240"/>
                  <a:pt x="85345" y="42672"/>
                </a:cubicBezTo>
                <a:close/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85563" y="1718503"/>
            <a:ext cx="85343" cy="85344"/>
          </a:xfrm>
          <a:custGeom>
            <a:avLst/>
            <a:gdLst/>
            <a:ahLst/>
            <a:cxnLst/>
            <a:rect l="0" t="0" r="0" b="0"/>
            <a:pathLst>
              <a:path w="85343" h="85344">
                <a:moveTo>
                  <a:pt x="85343" y="42671"/>
                </a:moveTo>
                <a:cubicBezTo>
                  <a:pt x="85343" y="66236"/>
                  <a:pt x="66236" y="85344"/>
                  <a:pt x="42672" y="85344"/>
                </a:cubicBezTo>
                <a:cubicBezTo>
                  <a:pt x="19107" y="85344"/>
                  <a:pt x="0" y="66236"/>
                  <a:pt x="0" y="42671"/>
                </a:cubicBezTo>
                <a:cubicBezTo>
                  <a:pt x="0" y="19107"/>
                  <a:pt x="19107" y="0"/>
                  <a:pt x="42672" y="0"/>
                </a:cubicBezTo>
                <a:cubicBezTo>
                  <a:pt x="66236" y="0"/>
                  <a:pt x="85343" y="19107"/>
                  <a:pt x="85343" y="42671"/>
                </a:cubicBezTo>
                <a:moveTo>
                  <a:pt x="85343" y="42671"/>
                </a:moveTo>
                <a:cubicBezTo>
                  <a:pt x="85343" y="19107"/>
                  <a:pt x="66236" y="0"/>
                  <a:pt x="42672" y="0"/>
                </a:cubicBezTo>
                <a:cubicBezTo>
                  <a:pt x="19107" y="0"/>
                  <a:pt x="0" y="19107"/>
                  <a:pt x="0" y="42671"/>
                </a:cubicBezTo>
                <a:cubicBezTo>
                  <a:pt x="0" y="66236"/>
                  <a:pt x="19107" y="85344"/>
                  <a:pt x="42672" y="85344"/>
                </a:cubicBezTo>
                <a:cubicBezTo>
                  <a:pt x="66236" y="85344"/>
                  <a:pt x="85343" y="66236"/>
                  <a:pt x="85343" y="4267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85563" y="1718503"/>
            <a:ext cx="85345" cy="85345"/>
          </a:xfrm>
          <a:custGeom>
            <a:avLst/>
            <a:gdLst/>
            <a:ahLst/>
            <a:cxnLst/>
            <a:rect l="0" t="0" r="0" b="0"/>
            <a:pathLst>
              <a:path w="85345" h="85345">
                <a:moveTo>
                  <a:pt x="85345" y="42672"/>
                </a:moveTo>
                <a:cubicBezTo>
                  <a:pt x="85345" y="66240"/>
                  <a:pt x="66240" y="85345"/>
                  <a:pt x="42672" y="85345"/>
                </a:cubicBezTo>
                <a:cubicBezTo>
                  <a:pt x="19105" y="85345"/>
                  <a:pt x="0" y="66240"/>
                  <a:pt x="0" y="42672"/>
                </a:cubicBezTo>
                <a:cubicBezTo>
                  <a:pt x="0" y="19105"/>
                  <a:pt x="19105" y="0"/>
                  <a:pt x="42672" y="0"/>
                </a:cubicBezTo>
                <a:cubicBezTo>
                  <a:pt x="66240" y="0"/>
                  <a:pt x="85345" y="19105"/>
                  <a:pt x="85345" y="42672"/>
                </a:cubicBezTo>
                <a:close/>
                <a:moveTo>
                  <a:pt x="85345" y="42672"/>
                </a:moveTo>
                <a:cubicBezTo>
                  <a:pt x="85345" y="19105"/>
                  <a:pt x="66240" y="0"/>
                  <a:pt x="42672" y="0"/>
                </a:cubicBezTo>
                <a:cubicBezTo>
                  <a:pt x="19105" y="0"/>
                  <a:pt x="0" y="19105"/>
                  <a:pt x="0" y="42672"/>
                </a:cubicBezTo>
                <a:cubicBezTo>
                  <a:pt x="0" y="66240"/>
                  <a:pt x="19105" y="85345"/>
                  <a:pt x="42672" y="85345"/>
                </a:cubicBezTo>
                <a:cubicBezTo>
                  <a:pt x="66240" y="85345"/>
                  <a:pt x="85345" y="66240"/>
                  <a:pt x="85345" y="42672"/>
                </a:cubicBezTo>
                <a:close/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27576" y="1718503"/>
            <a:ext cx="85344" cy="85344"/>
          </a:xfrm>
          <a:custGeom>
            <a:avLst/>
            <a:gdLst/>
            <a:ahLst/>
            <a:cxnLst/>
            <a:rect l="0" t="0" r="0" b="0"/>
            <a:pathLst>
              <a:path w="85344" h="85344">
                <a:moveTo>
                  <a:pt x="85344" y="42671"/>
                </a:moveTo>
                <a:cubicBezTo>
                  <a:pt x="85344" y="66236"/>
                  <a:pt x="66236" y="85344"/>
                  <a:pt x="42671" y="85344"/>
                </a:cubicBezTo>
                <a:cubicBezTo>
                  <a:pt x="19107" y="85344"/>
                  <a:pt x="0" y="66236"/>
                  <a:pt x="0" y="42671"/>
                </a:cubicBezTo>
                <a:cubicBezTo>
                  <a:pt x="0" y="19107"/>
                  <a:pt x="19107" y="0"/>
                  <a:pt x="42671" y="0"/>
                </a:cubicBezTo>
                <a:cubicBezTo>
                  <a:pt x="66236" y="0"/>
                  <a:pt x="85344" y="19107"/>
                  <a:pt x="85344" y="42671"/>
                </a:cubicBezTo>
                <a:moveTo>
                  <a:pt x="85344" y="42671"/>
                </a:moveTo>
                <a:cubicBezTo>
                  <a:pt x="85344" y="19107"/>
                  <a:pt x="66236" y="0"/>
                  <a:pt x="42671" y="0"/>
                </a:cubicBezTo>
                <a:cubicBezTo>
                  <a:pt x="19107" y="0"/>
                  <a:pt x="0" y="19107"/>
                  <a:pt x="0" y="42671"/>
                </a:cubicBezTo>
                <a:cubicBezTo>
                  <a:pt x="0" y="66236"/>
                  <a:pt x="19107" y="85344"/>
                  <a:pt x="42671" y="85344"/>
                </a:cubicBezTo>
                <a:cubicBezTo>
                  <a:pt x="66236" y="85344"/>
                  <a:pt x="85344" y="66236"/>
                  <a:pt x="85344" y="4267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27576" y="1718503"/>
            <a:ext cx="85345" cy="85345"/>
          </a:xfrm>
          <a:custGeom>
            <a:avLst/>
            <a:gdLst/>
            <a:ahLst/>
            <a:cxnLst/>
            <a:rect l="0" t="0" r="0" b="0"/>
            <a:pathLst>
              <a:path w="85345" h="85345">
                <a:moveTo>
                  <a:pt x="85345" y="42672"/>
                </a:moveTo>
                <a:cubicBezTo>
                  <a:pt x="85345" y="66240"/>
                  <a:pt x="66240" y="85345"/>
                  <a:pt x="42672" y="85345"/>
                </a:cubicBezTo>
                <a:cubicBezTo>
                  <a:pt x="19105" y="85345"/>
                  <a:pt x="0" y="66240"/>
                  <a:pt x="0" y="42672"/>
                </a:cubicBezTo>
                <a:cubicBezTo>
                  <a:pt x="0" y="19105"/>
                  <a:pt x="19105" y="0"/>
                  <a:pt x="42672" y="0"/>
                </a:cubicBezTo>
                <a:cubicBezTo>
                  <a:pt x="66240" y="0"/>
                  <a:pt x="85345" y="19105"/>
                  <a:pt x="85345" y="42672"/>
                </a:cubicBezTo>
                <a:close/>
                <a:moveTo>
                  <a:pt x="85345" y="42672"/>
                </a:moveTo>
                <a:cubicBezTo>
                  <a:pt x="85345" y="19105"/>
                  <a:pt x="66240" y="0"/>
                  <a:pt x="42672" y="0"/>
                </a:cubicBezTo>
                <a:cubicBezTo>
                  <a:pt x="19105" y="0"/>
                  <a:pt x="0" y="19105"/>
                  <a:pt x="0" y="42672"/>
                </a:cubicBezTo>
                <a:cubicBezTo>
                  <a:pt x="0" y="66240"/>
                  <a:pt x="19105" y="85345"/>
                  <a:pt x="42672" y="85345"/>
                </a:cubicBezTo>
                <a:cubicBezTo>
                  <a:pt x="66240" y="85345"/>
                  <a:pt x="85345" y="66240"/>
                  <a:pt x="85345" y="42672"/>
                </a:cubicBezTo>
                <a:close/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0848" y="1846523"/>
            <a:ext cx="938803" cy="938803"/>
          </a:xfrm>
          <a:custGeom>
            <a:avLst/>
            <a:gdLst/>
            <a:ahLst/>
            <a:cxnLst/>
            <a:rect l="0" t="0" r="0" b="0"/>
            <a:pathLst>
              <a:path w="938803" h="938803">
                <a:moveTo>
                  <a:pt x="469401" y="0"/>
                </a:moveTo>
                <a:cubicBezTo>
                  <a:pt x="726271" y="0"/>
                  <a:pt x="934954" y="206321"/>
                  <a:pt x="938755" y="462286"/>
                </a:cubicBezTo>
                <a:cubicBezTo>
                  <a:pt x="938784" y="464648"/>
                  <a:pt x="938803" y="467020"/>
                  <a:pt x="938803" y="469401"/>
                </a:cubicBezTo>
                <a:cubicBezTo>
                  <a:pt x="938803" y="728643"/>
                  <a:pt x="728643" y="938803"/>
                  <a:pt x="469401" y="938803"/>
                </a:cubicBezTo>
                <a:cubicBezTo>
                  <a:pt x="210159" y="938803"/>
                  <a:pt x="0" y="728643"/>
                  <a:pt x="0" y="469401"/>
                </a:cubicBezTo>
                <a:lnTo>
                  <a:pt x="0" y="462286"/>
                </a:lnTo>
                <a:cubicBezTo>
                  <a:pt x="3857" y="206321"/>
                  <a:pt x="212531" y="0"/>
                  <a:pt x="469401" y="0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0847" y="1846521"/>
            <a:ext cx="938801" cy="938801"/>
          </a:xfrm>
          <a:custGeom>
            <a:avLst/>
            <a:gdLst/>
            <a:ahLst/>
            <a:cxnLst/>
            <a:rect l="0" t="0" r="0" b="0"/>
            <a:pathLst>
              <a:path w="938801" h="938801">
                <a:moveTo>
                  <a:pt x="469403" y="0"/>
                </a:moveTo>
                <a:cubicBezTo>
                  <a:pt x="212535" y="0"/>
                  <a:pt x="3857" y="206325"/>
                  <a:pt x="55" y="462288"/>
                </a:cubicBezTo>
                <a:lnTo>
                  <a:pt x="0" y="469400"/>
                </a:lnTo>
                <a:cubicBezTo>
                  <a:pt x="0" y="728643"/>
                  <a:pt x="210157" y="938801"/>
                  <a:pt x="469400" y="938801"/>
                </a:cubicBezTo>
                <a:cubicBezTo>
                  <a:pt x="728643" y="938801"/>
                  <a:pt x="938801" y="728643"/>
                  <a:pt x="938801" y="469400"/>
                </a:cubicBezTo>
                <a:cubicBezTo>
                  <a:pt x="938801" y="467026"/>
                  <a:pt x="938786" y="464654"/>
                  <a:pt x="938751" y="462288"/>
                </a:cubicBezTo>
                <a:cubicBezTo>
                  <a:pt x="934949" y="206325"/>
                  <a:pt x="726271" y="0"/>
                  <a:pt x="469403" y="0"/>
                </a:cubicBezTo>
                <a:close/>
                <a:moveTo>
                  <a:pt x="55" y="462288"/>
                </a:moveTo>
                <a:cubicBezTo>
                  <a:pt x="20" y="464654"/>
                  <a:pt x="0" y="467026"/>
                  <a:pt x="0" y="469400"/>
                </a:cubicBez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23" y="1846523"/>
            <a:ext cx="938803" cy="938803"/>
          </a:xfrm>
          <a:custGeom>
            <a:avLst/>
            <a:gdLst/>
            <a:ahLst/>
            <a:cxnLst/>
            <a:rect l="0" t="0" r="0" b="0"/>
            <a:pathLst>
              <a:path w="938803" h="938803">
                <a:moveTo>
                  <a:pt x="938803" y="469401"/>
                </a:moveTo>
                <a:cubicBezTo>
                  <a:pt x="938803" y="728643"/>
                  <a:pt x="728643" y="938803"/>
                  <a:pt x="469401" y="938803"/>
                </a:cubicBezTo>
                <a:cubicBezTo>
                  <a:pt x="210159" y="938803"/>
                  <a:pt x="0" y="728643"/>
                  <a:pt x="0" y="469401"/>
                </a:cubicBezTo>
                <a:cubicBezTo>
                  <a:pt x="0" y="210159"/>
                  <a:pt x="210159" y="0"/>
                  <a:pt x="469401" y="0"/>
                </a:cubicBezTo>
                <a:cubicBezTo>
                  <a:pt x="728643" y="0"/>
                  <a:pt x="938803" y="210159"/>
                  <a:pt x="938803" y="46940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23" y="1846521"/>
            <a:ext cx="938801" cy="938801"/>
          </a:xfrm>
          <a:custGeom>
            <a:avLst/>
            <a:gdLst/>
            <a:ahLst/>
            <a:cxnLst/>
            <a:rect l="0" t="0" r="0" b="0"/>
            <a:pathLst>
              <a:path w="938801" h="938801">
                <a:moveTo>
                  <a:pt x="938801" y="469400"/>
                </a:moveTo>
                <a:cubicBezTo>
                  <a:pt x="938801" y="728643"/>
                  <a:pt x="728643" y="938801"/>
                  <a:pt x="469400" y="938801"/>
                </a:cubicBezTo>
                <a:cubicBezTo>
                  <a:pt x="210157" y="938801"/>
                  <a:pt x="0" y="728643"/>
                  <a:pt x="0" y="469400"/>
                </a:cubicBezTo>
                <a:cubicBezTo>
                  <a:pt x="0" y="210157"/>
                  <a:pt x="210157" y="0"/>
                  <a:pt x="469400" y="0"/>
                </a:cubicBezTo>
                <a:cubicBezTo>
                  <a:pt x="728643" y="0"/>
                  <a:pt x="938801" y="210157"/>
                  <a:pt x="938801" y="469400"/>
                </a:cubicBezTo>
                <a:close/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02598" y="1846523"/>
            <a:ext cx="938803" cy="938803"/>
          </a:xfrm>
          <a:custGeom>
            <a:avLst/>
            <a:gdLst/>
            <a:ahLst/>
            <a:cxnLst/>
            <a:rect l="0" t="0" r="0" b="0"/>
            <a:pathLst>
              <a:path w="938803" h="938803">
                <a:moveTo>
                  <a:pt x="0" y="469401"/>
                </a:moveTo>
                <a:cubicBezTo>
                  <a:pt x="0" y="728643"/>
                  <a:pt x="210159" y="938803"/>
                  <a:pt x="469401" y="938803"/>
                </a:cubicBezTo>
                <a:cubicBezTo>
                  <a:pt x="728643" y="938803"/>
                  <a:pt x="938803" y="728643"/>
                  <a:pt x="938803" y="469401"/>
                </a:cubicBezTo>
                <a:cubicBezTo>
                  <a:pt x="938803" y="210159"/>
                  <a:pt x="728643" y="0"/>
                  <a:pt x="469401" y="0"/>
                </a:cubicBezTo>
                <a:cubicBezTo>
                  <a:pt x="210159" y="0"/>
                  <a:pt x="0" y="210159"/>
                  <a:pt x="0" y="46940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02598" y="1846521"/>
            <a:ext cx="938801" cy="938801"/>
          </a:xfrm>
          <a:custGeom>
            <a:avLst/>
            <a:gdLst/>
            <a:ahLst/>
            <a:cxnLst/>
            <a:rect l="0" t="0" r="0" b="0"/>
            <a:pathLst>
              <a:path w="938801" h="938801">
                <a:moveTo>
                  <a:pt x="0" y="469400"/>
                </a:moveTo>
                <a:cubicBezTo>
                  <a:pt x="0" y="728643"/>
                  <a:pt x="210157" y="938801"/>
                  <a:pt x="469400" y="938801"/>
                </a:cubicBezTo>
                <a:cubicBezTo>
                  <a:pt x="728643" y="938801"/>
                  <a:pt x="938801" y="728643"/>
                  <a:pt x="938801" y="469400"/>
                </a:cubicBezTo>
                <a:cubicBezTo>
                  <a:pt x="938801" y="210157"/>
                  <a:pt x="728643" y="0"/>
                  <a:pt x="469400" y="0"/>
                </a:cubicBezTo>
                <a:cubicBezTo>
                  <a:pt x="210157" y="0"/>
                  <a:pt x="0" y="210157"/>
                  <a:pt x="0" y="469400"/>
                </a:cubicBez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53473" y="1846523"/>
            <a:ext cx="938803" cy="938803"/>
          </a:xfrm>
          <a:custGeom>
            <a:avLst/>
            <a:gdLst/>
            <a:ahLst/>
            <a:cxnLst/>
            <a:rect l="0" t="0" r="0" b="0"/>
            <a:pathLst>
              <a:path w="938803" h="938803">
                <a:moveTo>
                  <a:pt x="0" y="469401"/>
                </a:moveTo>
                <a:cubicBezTo>
                  <a:pt x="0" y="728643"/>
                  <a:pt x="210159" y="938803"/>
                  <a:pt x="469401" y="938803"/>
                </a:cubicBezTo>
                <a:cubicBezTo>
                  <a:pt x="728643" y="938803"/>
                  <a:pt x="938803" y="728643"/>
                  <a:pt x="938803" y="469401"/>
                </a:cubicBezTo>
                <a:cubicBezTo>
                  <a:pt x="938803" y="210159"/>
                  <a:pt x="728643" y="0"/>
                  <a:pt x="469401" y="0"/>
                </a:cubicBezTo>
                <a:cubicBezTo>
                  <a:pt x="210159" y="0"/>
                  <a:pt x="0" y="210159"/>
                  <a:pt x="0" y="46940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53473" y="1846521"/>
            <a:ext cx="938801" cy="938801"/>
          </a:xfrm>
          <a:custGeom>
            <a:avLst/>
            <a:gdLst/>
            <a:ahLst/>
            <a:cxnLst/>
            <a:rect l="0" t="0" r="0" b="0"/>
            <a:pathLst>
              <a:path w="938801" h="938801">
                <a:moveTo>
                  <a:pt x="0" y="469400"/>
                </a:moveTo>
                <a:cubicBezTo>
                  <a:pt x="0" y="728643"/>
                  <a:pt x="210157" y="938801"/>
                  <a:pt x="469400" y="938801"/>
                </a:cubicBezTo>
                <a:cubicBezTo>
                  <a:pt x="728643" y="938801"/>
                  <a:pt x="938801" y="728643"/>
                  <a:pt x="938801" y="469400"/>
                </a:cubicBezTo>
                <a:cubicBezTo>
                  <a:pt x="938801" y="210157"/>
                  <a:pt x="728643" y="0"/>
                  <a:pt x="469400" y="0"/>
                </a:cubicBezTo>
                <a:cubicBezTo>
                  <a:pt x="210157" y="0"/>
                  <a:pt x="0" y="210157"/>
                  <a:pt x="0" y="469400"/>
                </a:cubicBez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04349" y="1846523"/>
            <a:ext cx="938803" cy="938803"/>
          </a:xfrm>
          <a:custGeom>
            <a:avLst/>
            <a:gdLst/>
            <a:ahLst/>
            <a:cxnLst/>
            <a:rect l="0" t="0" r="0" b="0"/>
            <a:pathLst>
              <a:path w="938803" h="938803">
                <a:moveTo>
                  <a:pt x="0" y="469401"/>
                </a:moveTo>
                <a:cubicBezTo>
                  <a:pt x="0" y="728643"/>
                  <a:pt x="210159" y="938803"/>
                  <a:pt x="469401" y="938803"/>
                </a:cubicBezTo>
                <a:cubicBezTo>
                  <a:pt x="728643" y="938803"/>
                  <a:pt x="938803" y="728643"/>
                  <a:pt x="938803" y="469401"/>
                </a:cubicBezTo>
                <a:cubicBezTo>
                  <a:pt x="938803" y="210159"/>
                  <a:pt x="728643" y="0"/>
                  <a:pt x="469401" y="0"/>
                </a:cubicBezTo>
                <a:cubicBezTo>
                  <a:pt x="210159" y="0"/>
                  <a:pt x="0" y="210159"/>
                  <a:pt x="0" y="469401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04349" y="1846521"/>
            <a:ext cx="938801" cy="938801"/>
          </a:xfrm>
          <a:custGeom>
            <a:avLst/>
            <a:gdLst/>
            <a:ahLst/>
            <a:cxnLst/>
            <a:rect l="0" t="0" r="0" b="0"/>
            <a:pathLst>
              <a:path w="938801" h="938801">
                <a:moveTo>
                  <a:pt x="0" y="469400"/>
                </a:moveTo>
                <a:cubicBezTo>
                  <a:pt x="0" y="728643"/>
                  <a:pt x="210157" y="938801"/>
                  <a:pt x="469400" y="938801"/>
                </a:cubicBezTo>
                <a:cubicBezTo>
                  <a:pt x="728643" y="938801"/>
                  <a:pt x="938801" y="728643"/>
                  <a:pt x="938801" y="469400"/>
                </a:cubicBezTo>
                <a:cubicBezTo>
                  <a:pt x="938801" y="210157"/>
                  <a:pt x="728643" y="0"/>
                  <a:pt x="469400" y="0"/>
                </a:cubicBezTo>
                <a:cubicBezTo>
                  <a:pt x="210157" y="0"/>
                  <a:pt x="0" y="210157"/>
                  <a:pt x="0" y="469400"/>
                </a:cubicBez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4811" y="2856443"/>
            <a:ext cx="1450876" cy="1749590"/>
          </a:xfrm>
          <a:custGeom>
            <a:avLst/>
            <a:gdLst/>
            <a:ahLst/>
            <a:cxnLst/>
            <a:rect l="0" t="0" r="0" b="0"/>
            <a:pathLst>
              <a:path w="1450876" h="1749590">
                <a:moveTo>
                  <a:pt x="1450876" y="1749590"/>
                </a:moveTo>
                <a:lnTo>
                  <a:pt x="0" y="1749590"/>
                </a:lnTo>
                <a:lnTo>
                  <a:pt x="0" y="0"/>
                </a:lnTo>
                <a:lnTo>
                  <a:pt x="649071" y="0"/>
                </a:lnTo>
                <a:lnTo>
                  <a:pt x="725433" y="85343"/>
                </a:lnTo>
                <a:lnTo>
                  <a:pt x="801795" y="0"/>
                </a:lnTo>
                <a:lnTo>
                  <a:pt x="1450876" y="0"/>
                </a:lnTo>
                <a:lnTo>
                  <a:pt x="1450876" y="174959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4811" y="2856446"/>
            <a:ext cx="1450875" cy="1749585"/>
          </a:xfrm>
          <a:custGeom>
            <a:avLst/>
            <a:gdLst/>
            <a:ahLst/>
            <a:cxnLst/>
            <a:rect l="0" t="0" r="0" b="0"/>
            <a:pathLst>
              <a:path w="1450875" h="1749585">
                <a:moveTo>
                  <a:pt x="1450875" y="85345"/>
                </a:moveTo>
                <a:lnTo>
                  <a:pt x="1450875" y="0"/>
                </a:lnTo>
                <a:lnTo>
                  <a:pt x="801799" y="0"/>
                </a:lnTo>
                <a:lnTo>
                  <a:pt x="725437" y="85345"/>
                </a:lnTo>
                <a:lnTo>
                  <a:pt x="649076" y="0"/>
                </a:lnTo>
                <a:lnTo>
                  <a:pt x="0" y="0"/>
                </a:lnTo>
                <a:lnTo>
                  <a:pt x="0" y="85345"/>
                </a:lnTo>
                <a:moveTo>
                  <a:pt x="0" y="85345"/>
                </a:moveTo>
                <a:lnTo>
                  <a:pt x="0" y="1749585"/>
                </a:lnTo>
                <a:lnTo>
                  <a:pt x="1450875" y="1749585"/>
                </a:lnTo>
                <a:lnTo>
                  <a:pt x="1450875" y="85345"/>
                </a:ln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95686" y="2856443"/>
            <a:ext cx="1450876" cy="1749590"/>
          </a:xfrm>
          <a:custGeom>
            <a:avLst/>
            <a:gdLst/>
            <a:ahLst/>
            <a:cxnLst/>
            <a:rect l="0" t="0" r="0" b="0"/>
            <a:pathLst>
              <a:path w="1450876" h="1749590">
                <a:moveTo>
                  <a:pt x="1450876" y="1749590"/>
                </a:moveTo>
                <a:lnTo>
                  <a:pt x="0" y="1749590"/>
                </a:lnTo>
                <a:lnTo>
                  <a:pt x="0" y="0"/>
                </a:lnTo>
                <a:lnTo>
                  <a:pt x="649071" y="0"/>
                </a:lnTo>
                <a:lnTo>
                  <a:pt x="725433" y="85343"/>
                </a:lnTo>
                <a:lnTo>
                  <a:pt x="801795" y="0"/>
                </a:lnTo>
                <a:lnTo>
                  <a:pt x="1450876" y="0"/>
                </a:lnTo>
                <a:lnTo>
                  <a:pt x="1450876" y="174959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95686" y="2856446"/>
            <a:ext cx="1450875" cy="1749585"/>
          </a:xfrm>
          <a:custGeom>
            <a:avLst/>
            <a:gdLst/>
            <a:ahLst/>
            <a:cxnLst/>
            <a:rect l="0" t="0" r="0" b="0"/>
            <a:pathLst>
              <a:path w="1450875" h="1749585">
                <a:moveTo>
                  <a:pt x="1450875" y="85345"/>
                </a:moveTo>
                <a:lnTo>
                  <a:pt x="1450875" y="0"/>
                </a:lnTo>
                <a:lnTo>
                  <a:pt x="801799" y="0"/>
                </a:lnTo>
                <a:lnTo>
                  <a:pt x="725437" y="85345"/>
                </a:lnTo>
                <a:lnTo>
                  <a:pt x="649076" y="0"/>
                </a:lnTo>
                <a:lnTo>
                  <a:pt x="0" y="0"/>
                </a:lnTo>
                <a:lnTo>
                  <a:pt x="0" y="85345"/>
                </a:lnTo>
                <a:moveTo>
                  <a:pt x="0" y="85345"/>
                </a:moveTo>
                <a:lnTo>
                  <a:pt x="0" y="1749585"/>
                </a:lnTo>
                <a:lnTo>
                  <a:pt x="1450875" y="1749585"/>
                </a:lnTo>
                <a:lnTo>
                  <a:pt x="1450875" y="85345"/>
                </a:ln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6562" y="2856443"/>
            <a:ext cx="1450876" cy="1749590"/>
          </a:xfrm>
          <a:custGeom>
            <a:avLst/>
            <a:gdLst/>
            <a:ahLst/>
            <a:cxnLst/>
            <a:rect l="0" t="0" r="0" b="0"/>
            <a:pathLst>
              <a:path w="1450876" h="1749590">
                <a:moveTo>
                  <a:pt x="1450876" y="1749590"/>
                </a:moveTo>
                <a:lnTo>
                  <a:pt x="0" y="1749590"/>
                </a:lnTo>
                <a:lnTo>
                  <a:pt x="0" y="0"/>
                </a:lnTo>
                <a:lnTo>
                  <a:pt x="649071" y="0"/>
                </a:lnTo>
                <a:lnTo>
                  <a:pt x="725433" y="85343"/>
                </a:lnTo>
                <a:lnTo>
                  <a:pt x="801795" y="0"/>
                </a:lnTo>
                <a:lnTo>
                  <a:pt x="1450876" y="0"/>
                </a:lnTo>
                <a:lnTo>
                  <a:pt x="1450876" y="174959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46562" y="2856446"/>
            <a:ext cx="1450875" cy="1749585"/>
          </a:xfrm>
          <a:custGeom>
            <a:avLst/>
            <a:gdLst/>
            <a:ahLst/>
            <a:cxnLst/>
            <a:rect l="0" t="0" r="0" b="0"/>
            <a:pathLst>
              <a:path w="1450875" h="1749585">
                <a:moveTo>
                  <a:pt x="1450875" y="85345"/>
                </a:moveTo>
                <a:lnTo>
                  <a:pt x="1450875" y="0"/>
                </a:lnTo>
                <a:lnTo>
                  <a:pt x="801799" y="0"/>
                </a:lnTo>
                <a:lnTo>
                  <a:pt x="725437" y="85345"/>
                </a:lnTo>
                <a:lnTo>
                  <a:pt x="649076" y="0"/>
                </a:lnTo>
                <a:lnTo>
                  <a:pt x="0" y="0"/>
                </a:lnTo>
                <a:lnTo>
                  <a:pt x="0" y="85345"/>
                </a:lnTo>
                <a:moveTo>
                  <a:pt x="0" y="85345"/>
                </a:moveTo>
                <a:lnTo>
                  <a:pt x="0" y="1749585"/>
                </a:lnTo>
                <a:lnTo>
                  <a:pt x="1450875" y="1749585"/>
                </a:lnTo>
                <a:lnTo>
                  <a:pt x="1450875" y="85345"/>
                </a:ln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97437" y="2856443"/>
            <a:ext cx="1450876" cy="1749590"/>
          </a:xfrm>
          <a:custGeom>
            <a:avLst/>
            <a:gdLst/>
            <a:ahLst/>
            <a:cxnLst/>
            <a:rect l="0" t="0" r="0" b="0"/>
            <a:pathLst>
              <a:path w="1450876" h="1749590">
                <a:moveTo>
                  <a:pt x="1450876" y="1749590"/>
                </a:moveTo>
                <a:lnTo>
                  <a:pt x="0" y="1749590"/>
                </a:lnTo>
                <a:lnTo>
                  <a:pt x="0" y="0"/>
                </a:lnTo>
                <a:lnTo>
                  <a:pt x="649071" y="0"/>
                </a:lnTo>
                <a:lnTo>
                  <a:pt x="725433" y="85343"/>
                </a:lnTo>
                <a:lnTo>
                  <a:pt x="801795" y="0"/>
                </a:lnTo>
                <a:lnTo>
                  <a:pt x="1450876" y="0"/>
                </a:lnTo>
                <a:lnTo>
                  <a:pt x="1450876" y="174959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97437" y="2856446"/>
            <a:ext cx="1450875" cy="1749585"/>
          </a:xfrm>
          <a:custGeom>
            <a:avLst/>
            <a:gdLst/>
            <a:ahLst/>
            <a:cxnLst/>
            <a:rect l="0" t="0" r="0" b="0"/>
            <a:pathLst>
              <a:path w="1450875" h="1749585">
                <a:moveTo>
                  <a:pt x="1450875" y="85345"/>
                </a:moveTo>
                <a:lnTo>
                  <a:pt x="1450875" y="0"/>
                </a:lnTo>
                <a:lnTo>
                  <a:pt x="801799" y="0"/>
                </a:lnTo>
                <a:lnTo>
                  <a:pt x="725437" y="85345"/>
                </a:lnTo>
                <a:lnTo>
                  <a:pt x="649076" y="0"/>
                </a:lnTo>
                <a:lnTo>
                  <a:pt x="0" y="0"/>
                </a:lnTo>
                <a:lnTo>
                  <a:pt x="0" y="85345"/>
                </a:lnTo>
                <a:moveTo>
                  <a:pt x="0" y="85345"/>
                </a:moveTo>
                <a:lnTo>
                  <a:pt x="0" y="1749585"/>
                </a:lnTo>
                <a:lnTo>
                  <a:pt x="1450875" y="1749585"/>
                </a:lnTo>
                <a:lnTo>
                  <a:pt x="1450875" y="85345"/>
                </a:ln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48311" y="2856443"/>
            <a:ext cx="1450876" cy="1749590"/>
          </a:xfrm>
          <a:custGeom>
            <a:avLst/>
            <a:gdLst/>
            <a:ahLst/>
            <a:cxnLst/>
            <a:rect l="0" t="0" r="0" b="0"/>
            <a:pathLst>
              <a:path w="1450876" h="1749590">
                <a:moveTo>
                  <a:pt x="1450876" y="1749590"/>
                </a:moveTo>
                <a:lnTo>
                  <a:pt x="0" y="1749590"/>
                </a:lnTo>
                <a:lnTo>
                  <a:pt x="0" y="0"/>
                </a:lnTo>
                <a:lnTo>
                  <a:pt x="649071" y="0"/>
                </a:lnTo>
                <a:lnTo>
                  <a:pt x="725433" y="85343"/>
                </a:lnTo>
                <a:lnTo>
                  <a:pt x="801795" y="0"/>
                </a:lnTo>
                <a:lnTo>
                  <a:pt x="1450876" y="0"/>
                </a:lnTo>
                <a:lnTo>
                  <a:pt x="1450876" y="174959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48311" y="2856446"/>
            <a:ext cx="1450875" cy="1749585"/>
          </a:xfrm>
          <a:custGeom>
            <a:avLst/>
            <a:gdLst/>
            <a:ahLst/>
            <a:cxnLst/>
            <a:rect l="0" t="0" r="0" b="0"/>
            <a:pathLst>
              <a:path w="1450875" h="1749585">
                <a:moveTo>
                  <a:pt x="1450875" y="85345"/>
                </a:moveTo>
                <a:lnTo>
                  <a:pt x="1450875" y="0"/>
                </a:lnTo>
                <a:lnTo>
                  <a:pt x="801799" y="0"/>
                </a:lnTo>
                <a:lnTo>
                  <a:pt x="725437" y="85345"/>
                </a:lnTo>
                <a:lnTo>
                  <a:pt x="649076" y="0"/>
                </a:lnTo>
                <a:lnTo>
                  <a:pt x="0" y="0"/>
                </a:lnTo>
                <a:lnTo>
                  <a:pt x="0" y="85345"/>
                </a:lnTo>
                <a:moveTo>
                  <a:pt x="0" y="85345"/>
                </a:moveTo>
                <a:lnTo>
                  <a:pt x="0" y="1749585"/>
                </a:lnTo>
                <a:lnTo>
                  <a:pt x="1450875" y="1749585"/>
                </a:lnTo>
                <a:lnTo>
                  <a:pt x="1450875" y="85345"/>
                </a:lnTo>
              </a:path>
            </a:pathLst>
          </a:custGeom>
          <a:noFill/>
          <a:ln w="53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28651" y="2267917"/>
            <a:ext cx="388439" cy="960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Mid-Term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1818" y="2267917"/>
            <a:ext cx="423862" cy="960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Long-Term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900" y="2267917"/>
            <a:ext cx="388439" cy="960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Mid-Term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0775" y="2267917"/>
            <a:ext cx="418947" cy="960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Near-Term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4076" y="376237"/>
            <a:ext cx="395585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The Roadmap Ahead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93791" y="1004887"/>
            <a:ext cx="1356417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>
                <a:solidFill>
                  <a:srgbClr val="22403B"/>
                </a:solidFill>
                <a:latin typeface="Roboto"/>
              </a:rPr>
              <a:t>Future Improvements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06669" y="3119596"/>
            <a:ext cx="327158" cy="327158"/>
          </a:xfrm>
          <a:custGeom>
            <a:avLst/>
            <a:gdLst/>
            <a:ahLst/>
            <a:cxnLst/>
            <a:rect l="0" t="0" r="0" b="0"/>
            <a:pathLst>
              <a:path w="327158" h="327158">
                <a:moveTo>
                  <a:pt x="213364" y="75559"/>
                </a:moveTo>
                <a:lnTo>
                  <a:pt x="192027" y="75559"/>
                </a:lnTo>
                <a:cubicBezTo>
                  <a:pt x="192027" y="91271"/>
                  <a:pt x="179290" y="104007"/>
                  <a:pt x="163579" y="104007"/>
                </a:cubicBezTo>
                <a:cubicBezTo>
                  <a:pt x="147867" y="104007"/>
                  <a:pt x="135130" y="91271"/>
                  <a:pt x="135130" y="75559"/>
                </a:cubicBezTo>
                <a:lnTo>
                  <a:pt x="113794" y="75559"/>
                </a:lnTo>
                <a:lnTo>
                  <a:pt x="71121" y="100451"/>
                </a:lnTo>
                <a:lnTo>
                  <a:pt x="85345" y="143124"/>
                </a:lnTo>
                <a:lnTo>
                  <a:pt x="113794" y="132456"/>
                </a:lnTo>
                <a:lnTo>
                  <a:pt x="113794" y="210689"/>
                </a:lnTo>
                <a:lnTo>
                  <a:pt x="213364" y="210689"/>
                </a:lnTo>
                <a:lnTo>
                  <a:pt x="213364" y="132456"/>
                </a:lnTo>
                <a:lnTo>
                  <a:pt x="241812" y="143124"/>
                </a:lnTo>
                <a:lnTo>
                  <a:pt x="256036" y="100451"/>
                </a:lnTo>
                <a:close/>
                <a:moveTo>
                  <a:pt x="71121" y="270261"/>
                </a:moveTo>
                <a:lnTo>
                  <a:pt x="256036" y="270261"/>
                </a:lnTo>
                <a:moveTo>
                  <a:pt x="163579" y="295153"/>
                </a:moveTo>
                <a:cubicBezTo>
                  <a:pt x="161615" y="295153"/>
                  <a:pt x="160023" y="296745"/>
                  <a:pt x="160023" y="298709"/>
                </a:cubicBezTo>
                <a:lnTo>
                  <a:pt x="160023" y="298709"/>
                </a:lnTo>
                <a:cubicBezTo>
                  <a:pt x="160023" y="300673"/>
                  <a:pt x="161615" y="302265"/>
                  <a:pt x="163579" y="302265"/>
                </a:cubicBezTo>
                <a:lnTo>
                  <a:pt x="163579" y="302265"/>
                </a:lnTo>
                <a:cubicBezTo>
                  <a:pt x="165543" y="302265"/>
                  <a:pt x="167135" y="300673"/>
                  <a:pt x="167135" y="298709"/>
                </a:cubicBezTo>
                <a:lnTo>
                  <a:pt x="167135" y="298709"/>
                </a:lnTo>
                <a:cubicBezTo>
                  <a:pt x="167135" y="296745"/>
                  <a:pt x="165543" y="295153"/>
                  <a:pt x="163579" y="295153"/>
                </a:cubicBezTo>
                <a:moveTo>
                  <a:pt x="163579" y="295153"/>
                </a:moveTo>
                <a:lnTo>
                  <a:pt x="163579" y="295153"/>
                </a:lnTo>
                <a:moveTo>
                  <a:pt x="256036" y="57053"/>
                </a:moveTo>
                <a:lnTo>
                  <a:pt x="256036" y="28448"/>
                </a:lnTo>
                <a:cubicBezTo>
                  <a:pt x="256036" y="12736"/>
                  <a:pt x="243300" y="0"/>
                  <a:pt x="227588" y="0"/>
                </a:cubicBezTo>
                <a:lnTo>
                  <a:pt x="99569" y="0"/>
                </a:lnTo>
                <a:cubicBezTo>
                  <a:pt x="83858" y="0"/>
                  <a:pt x="71121" y="12736"/>
                  <a:pt x="71121" y="28448"/>
                </a:cubicBezTo>
                <a:lnTo>
                  <a:pt x="71121" y="57053"/>
                </a:lnTo>
                <a:moveTo>
                  <a:pt x="256036" y="206251"/>
                </a:moveTo>
                <a:lnTo>
                  <a:pt x="256036" y="298709"/>
                </a:lnTo>
                <a:cubicBezTo>
                  <a:pt x="256036" y="314421"/>
                  <a:pt x="243300" y="327158"/>
                  <a:pt x="227588" y="327158"/>
                </a:cubicBezTo>
                <a:lnTo>
                  <a:pt x="99569" y="327158"/>
                </a:lnTo>
                <a:cubicBezTo>
                  <a:pt x="83858" y="327158"/>
                  <a:pt x="71121" y="314421"/>
                  <a:pt x="71121" y="298709"/>
                </a:cubicBezTo>
                <a:lnTo>
                  <a:pt x="71121" y="203577"/>
                </a:lnTo>
                <a:moveTo>
                  <a:pt x="298709" y="106682"/>
                </a:moveTo>
                <a:lnTo>
                  <a:pt x="327158" y="135130"/>
                </a:lnTo>
                <a:lnTo>
                  <a:pt x="298709" y="163579"/>
                </a:lnTo>
                <a:moveTo>
                  <a:pt x="28448" y="106682"/>
                </a:moveTo>
                <a:lnTo>
                  <a:pt x="0" y="135130"/>
                </a:lnTo>
                <a:lnTo>
                  <a:pt x="28448" y="163579"/>
                </a:lnTo>
              </a:path>
            </a:pathLst>
          </a:custGeom>
          <a:noFill/>
          <a:ln w="53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942693" y="3110147"/>
            <a:ext cx="342010" cy="336606"/>
          </a:xfrm>
          <a:custGeom>
            <a:avLst/>
            <a:gdLst/>
            <a:ahLst/>
            <a:cxnLst/>
            <a:rect l="0" t="0" r="0" b="0"/>
            <a:pathLst>
              <a:path w="342010" h="336606">
                <a:moveTo>
                  <a:pt x="144932" y="9960"/>
                </a:moveTo>
                <a:cubicBezTo>
                  <a:pt x="106181" y="46772"/>
                  <a:pt x="84810" y="98258"/>
                  <a:pt x="86101" y="151691"/>
                </a:cubicBezTo>
                <a:cubicBezTo>
                  <a:pt x="86710" y="167680"/>
                  <a:pt x="89460" y="183515"/>
                  <a:pt x="94280" y="198773"/>
                </a:cubicBezTo>
                <a:moveTo>
                  <a:pt x="84323" y="222812"/>
                </a:moveTo>
                <a:lnTo>
                  <a:pt x="33883" y="222812"/>
                </a:lnTo>
                <a:moveTo>
                  <a:pt x="157080" y="80569"/>
                </a:moveTo>
                <a:lnTo>
                  <a:pt x="33883" y="80569"/>
                </a:lnTo>
                <a:moveTo>
                  <a:pt x="157080" y="151691"/>
                </a:moveTo>
                <a:lnTo>
                  <a:pt x="14851" y="151691"/>
                </a:lnTo>
                <a:moveTo>
                  <a:pt x="228087" y="151691"/>
                </a:moveTo>
                <a:cubicBezTo>
                  <a:pt x="229378" y="98258"/>
                  <a:pt x="208007" y="46772"/>
                  <a:pt x="169256" y="9960"/>
                </a:cubicBezTo>
                <a:moveTo>
                  <a:pt x="280305" y="80569"/>
                </a:moveTo>
                <a:lnTo>
                  <a:pt x="157108" y="80569"/>
                </a:lnTo>
                <a:moveTo>
                  <a:pt x="299337" y="151691"/>
                </a:moveTo>
                <a:lnTo>
                  <a:pt x="157108" y="151691"/>
                </a:lnTo>
                <a:moveTo>
                  <a:pt x="89614" y="276935"/>
                </a:moveTo>
                <a:cubicBezTo>
                  <a:pt x="28387" y="243940"/>
                  <a:pt x="0" y="171508"/>
                  <a:pt x="22501" y="105698"/>
                </a:cubicBezTo>
                <a:cubicBezTo>
                  <a:pt x="45003" y="39887"/>
                  <a:pt x="111796" y="0"/>
                  <a:pt x="180406" y="11398"/>
                </a:cubicBezTo>
                <a:cubicBezTo>
                  <a:pt x="249017" y="22797"/>
                  <a:pt x="299323" y="82139"/>
                  <a:pt x="299337" y="151691"/>
                </a:cubicBezTo>
                <a:moveTo>
                  <a:pt x="270888" y="265485"/>
                </a:moveTo>
                <a:lnTo>
                  <a:pt x="270888" y="208588"/>
                </a:lnTo>
                <a:cubicBezTo>
                  <a:pt x="270888" y="200732"/>
                  <a:pt x="264520" y="194363"/>
                  <a:pt x="256664" y="194363"/>
                </a:cubicBezTo>
                <a:lnTo>
                  <a:pt x="142870" y="194363"/>
                </a:lnTo>
                <a:cubicBezTo>
                  <a:pt x="135014" y="194363"/>
                  <a:pt x="128645" y="200732"/>
                  <a:pt x="128645" y="208588"/>
                </a:cubicBezTo>
                <a:lnTo>
                  <a:pt x="128645" y="293933"/>
                </a:lnTo>
                <a:cubicBezTo>
                  <a:pt x="128630" y="297930"/>
                  <a:pt x="130298" y="301749"/>
                  <a:pt x="133239" y="304455"/>
                </a:cubicBezTo>
                <a:cubicBezTo>
                  <a:pt x="136181" y="307162"/>
                  <a:pt x="140125" y="308505"/>
                  <a:pt x="144107" y="308158"/>
                </a:cubicBezTo>
                <a:moveTo>
                  <a:pt x="270888" y="293933"/>
                </a:moveTo>
                <a:lnTo>
                  <a:pt x="270888" y="215700"/>
                </a:lnTo>
                <a:lnTo>
                  <a:pt x="299337" y="215700"/>
                </a:lnTo>
                <a:cubicBezTo>
                  <a:pt x="322904" y="215700"/>
                  <a:pt x="342010" y="234805"/>
                  <a:pt x="342010" y="258373"/>
                </a:cubicBezTo>
                <a:lnTo>
                  <a:pt x="342010" y="293933"/>
                </a:lnTo>
                <a:cubicBezTo>
                  <a:pt x="342010" y="301789"/>
                  <a:pt x="335641" y="308158"/>
                  <a:pt x="327785" y="308158"/>
                </a:cubicBezTo>
                <a:lnTo>
                  <a:pt x="291016" y="308158"/>
                </a:lnTo>
                <a:moveTo>
                  <a:pt x="342010" y="265485"/>
                </a:moveTo>
                <a:lnTo>
                  <a:pt x="313561" y="265485"/>
                </a:lnTo>
                <a:cubicBezTo>
                  <a:pt x="305705" y="265485"/>
                  <a:pt x="299337" y="259116"/>
                  <a:pt x="299337" y="251260"/>
                </a:cubicBezTo>
                <a:lnTo>
                  <a:pt x="299337" y="215700"/>
                </a:lnTo>
                <a:moveTo>
                  <a:pt x="249552" y="315270"/>
                </a:moveTo>
                <a:cubicBezTo>
                  <a:pt x="249552" y="327053"/>
                  <a:pt x="259104" y="336606"/>
                  <a:pt x="270888" y="336606"/>
                </a:cubicBezTo>
                <a:cubicBezTo>
                  <a:pt x="282672" y="336606"/>
                  <a:pt x="292225" y="327053"/>
                  <a:pt x="292225" y="315270"/>
                </a:cubicBezTo>
                <a:cubicBezTo>
                  <a:pt x="292225" y="303486"/>
                  <a:pt x="282672" y="293933"/>
                  <a:pt x="270888" y="293933"/>
                </a:cubicBezTo>
                <a:cubicBezTo>
                  <a:pt x="259104" y="293933"/>
                  <a:pt x="249552" y="303486"/>
                  <a:pt x="249552" y="315270"/>
                </a:cubicBezTo>
                <a:close/>
                <a:moveTo>
                  <a:pt x="142870" y="315270"/>
                </a:moveTo>
                <a:cubicBezTo>
                  <a:pt x="142870" y="327053"/>
                  <a:pt x="152422" y="336606"/>
                  <a:pt x="164206" y="336606"/>
                </a:cubicBezTo>
                <a:cubicBezTo>
                  <a:pt x="175990" y="336606"/>
                  <a:pt x="185543" y="327053"/>
                  <a:pt x="185543" y="315270"/>
                </a:cubicBezTo>
                <a:cubicBezTo>
                  <a:pt x="185543" y="303486"/>
                  <a:pt x="175990" y="293933"/>
                  <a:pt x="164206" y="293933"/>
                </a:cubicBezTo>
                <a:cubicBezTo>
                  <a:pt x="152422" y="293933"/>
                  <a:pt x="142870" y="303486"/>
                  <a:pt x="142870" y="315270"/>
                </a:cubicBezTo>
                <a:close/>
                <a:moveTo>
                  <a:pt x="184333" y="308158"/>
                </a:moveTo>
                <a:lnTo>
                  <a:pt x="250761" y="308158"/>
                </a:lnTo>
                <a:moveTo>
                  <a:pt x="157094" y="9448"/>
                </a:moveTo>
                <a:lnTo>
                  <a:pt x="157080" y="151691"/>
                </a:lnTo>
              </a:path>
            </a:pathLst>
          </a:custGeom>
          <a:noFill/>
          <a:ln w="53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06276" y="3112918"/>
            <a:ext cx="331164" cy="333894"/>
          </a:xfrm>
          <a:custGeom>
            <a:avLst/>
            <a:gdLst/>
            <a:ahLst/>
            <a:cxnLst/>
            <a:rect l="0" t="0" r="0" b="0"/>
            <a:pathLst>
              <a:path w="331164" h="333894">
                <a:moveTo>
                  <a:pt x="286700" y="181635"/>
                </a:moveTo>
                <a:cubicBezTo>
                  <a:pt x="305422" y="170987"/>
                  <a:pt x="316456" y="150617"/>
                  <a:pt x="315148" y="129119"/>
                </a:cubicBezTo>
                <a:cubicBezTo>
                  <a:pt x="315158" y="110657"/>
                  <a:pt x="307649" y="92986"/>
                  <a:pt x="294352" y="80178"/>
                </a:cubicBezTo>
                <a:cubicBezTo>
                  <a:pt x="281056" y="67369"/>
                  <a:pt x="263117" y="60527"/>
                  <a:pt x="244667" y="61227"/>
                </a:cubicBezTo>
                <a:cubicBezTo>
                  <a:pt x="226175" y="21819"/>
                  <a:pt x="183284" y="0"/>
                  <a:pt x="140544" y="8258"/>
                </a:cubicBezTo>
                <a:cubicBezTo>
                  <a:pt x="97803" y="16517"/>
                  <a:pt x="66129" y="52744"/>
                  <a:pt x="63649" y="96204"/>
                </a:cubicBezTo>
                <a:cubicBezTo>
                  <a:pt x="48616" y="93043"/>
                  <a:pt x="32959" y="96825"/>
                  <a:pt x="21026" y="106500"/>
                </a:cubicBezTo>
                <a:cubicBezTo>
                  <a:pt x="9094" y="116175"/>
                  <a:pt x="2157" y="130713"/>
                  <a:pt x="2143" y="146074"/>
                </a:cubicBezTo>
                <a:cubicBezTo>
                  <a:pt x="2143" y="171213"/>
                  <a:pt x="22522" y="191592"/>
                  <a:pt x="47661" y="191592"/>
                </a:cubicBezTo>
                <a:lnTo>
                  <a:pt x="76821" y="191592"/>
                </a:lnTo>
                <a:moveTo>
                  <a:pt x="179947" y="172802"/>
                </a:moveTo>
                <a:cubicBezTo>
                  <a:pt x="164300" y="124639"/>
                  <a:pt x="108825" y="139119"/>
                  <a:pt x="108825" y="182361"/>
                </a:cubicBezTo>
                <a:cubicBezTo>
                  <a:pt x="108825" y="213754"/>
                  <a:pt x="156292" y="253923"/>
                  <a:pt x="174456" y="268147"/>
                </a:cubicBezTo>
                <a:cubicBezTo>
                  <a:pt x="177679" y="270678"/>
                  <a:pt x="182214" y="270678"/>
                  <a:pt x="185437" y="268147"/>
                </a:cubicBezTo>
                <a:cubicBezTo>
                  <a:pt x="203602" y="253923"/>
                  <a:pt x="251068" y="213754"/>
                  <a:pt x="251068" y="182361"/>
                </a:cubicBezTo>
                <a:cubicBezTo>
                  <a:pt x="251068" y="139119"/>
                  <a:pt x="195593" y="124639"/>
                  <a:pt x="179947" y="172802"/>
                </a:cubicBezTo>
                <a:close/>
                <a:moveTo>
                  <a:pt x="59865" y="330449"/>
                </a:moveTo>
                <a:cubicBezTo>
                  <a:pt x="57790" y="332609"/>
                  <a:pt x="54924" y="333829"/>
                  <a:pt x="51928" y="333829"/>
                </a:cubicBezTo>
                <a:cubicBezTo>
                  <a:pt x="48933" y="333829"/>
                  <a:pt x="46067" y="332609"/>
                  <a:pt x="43991" y="330449"/>
                </a:cubicBezTo>
                <a:lnTo>
                  <a:pt x="9497" y="294462"/>
                </a:lnTo>
                <a:cubicBezTo>
                  <a:pt x="1894" y="286833"/>
                  <a:pt x="0" y="275206"/>
                  <a:pt x="4789" y="265558"/>
                </a:cubicBezTo>
                <a:lnTo>
                  <a:pt x="4789" y="265558"/>
                </a:lnTo>
                <a:cubicBezTo>
                  <a:pt x="8402" y="258343"/>
                  <a:pt x="15260" y="253302"/>
                  <a:pt x="23225" y="252009"/>
                </a:cubicBezTo>
                <a:cubicBezTo>
                  <a:pt x="31190" y="250716"/>
                  <a:pt x="39291" y="253328"/>
                  <a:pt x="45001" y="259029"/>
                </a:cubicBezTo>
                <a:lnTo>
                  <a:pt x="51928" y="265900"/>
                </a:lnTo>
                <a:lnTo>
                  <a:pt x="58856" y="258958"/>
                </a:lnTo>
                <a:cubicBezTo>
                  <a:pt x="64565" y="253257"/>
                  <a:pt x="72667" y="250645"/>
                  <a:pt x="80631" y="251938"/>
                </a:cubicBezTo>
                <a:cubicBezTo>
                  <a:pt x="88596" y="253231"/>
                  <a:pt x="95455" y="258272"/>
                  <a:pt x="99068" y="265487"/>
                </a:cubicBezTo>
                <a:lnTo>
                  <a:pt x="99068" y="265487"/>
                </a:lnTo>
                <a:cubicBezTo>
                  <a:pt x="103892" y="275153"/>
                  <a:pt x="101996" y="286821"/>
                  <a:pt x="94359" y="294462"/>
                </a:cubicBezTo>
                <a:close/>
                <a:moveTo>
                  <a:pt x="293442" y="330990"/>
                </a:moveTo>
                <a:cubicBezTo>
                  <a:pt x="291661" y="332845"/>
                  <a:pt x="289201" y="333894"/>
                  <a:pt x="286629" y="333894"/>
                </a:cubicBezTo>
                <a:cubicBezTo>
                  <a:pt x="284057" y="333894"/>
                  <a:pt x="281596" y="332845"/>
                  <a:pt x="279815" y="330990"/>
                </a:cubicBezTo>
                <a:lnTo>
                  <a:pt x="250257" y="300152"/>
                </a:lnTo>
                <a:cubicBezTo>
                  <a:pt x="243714" y="293595"/>
                  <a:pt x="242093" y="283589"/>
                  <a:pt x="246232" y="275302"/>
                </a:cubicBezTo>
                <a:lnTo>
                  <a:pt x="246232" y="275302"/>
                </a:lnTo>
                <a:cubicBezTo>
                  <a:pt x="249323" y="269116"/>
                  <a:pt x="255200" y="264793"/>
                  <a:pt x="262026" y="263686"/>
                </a:cubicBezTo>
                <a:cubicBezTo>
                  <a:pt x="268852" y="262578"/>
                  <a:pt x="275795" y="264821"/>
                  <a:pt x="280683" y="269712"/>
                </a:cubicBezTo>
                <a:lnTo>
                  <a:pt x="286629" y="275658"/>
                </a:lnTo>
                <a:lnTo>
                  <a:pt x="292575" y="269712"/>
                </a:lnTo>
                <a:cubicBezTo>
                  <a:pt x="297463" y="264821"/>
                  <a:pt x="304405" y="262578"/>
                  <a:pt x="311231" y="263686"/>
                </a:cubicBezTo>
                <a:cubicBezTo>
                  <a:pt x="318058" y="264793"/>
                  <a:pt x="323935" y="269116"/>
                  <a:pt x="327026" y="275302"/>
                </a:cubicBezTo>
                <a:lnTo>
                  <a:pt x="327026" y="275302"/>
                </a:lnTo>
                <a:cubicBezTo>
                  <a:pt x="331164" y="283589"/>
                  <a:pt x="329544" y="293595"/>
                  <a:pt x="323000" y="300152"/>
                </a:cubicBezTo>
                <a:close/>
              </a:path>
            </a:pathLst>
          </a:custGeom>
          <a:noFill/>
          <a:ln w="53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32792" y="3119596"/>
            <a:ext cx="184915" cy="327158"/>
          </a:xfrm>
          <a:custGeom>
            <a:avLst/>
            <a:gdLst/>
            <a:ahLst/>
            <a:cxnLst/>
            <a:rect l="0" t="0" r="0" b="0"/>
            <a:pathLst>
              <a:path w="184915" h="327158">
                <a:moveTo>
                  <a:pt x="0" y="270261"/>
                </a:moveTo>
                <a:lnTo>
                  <a:pt x="184915" y="270261"/>
                </a:lnTo>
                <a:moveTo>
                  <a:pt x="92457" y="302265"/>
                </a:moveTo>
                <a:lnTo>
                  <a:pt x="92457" y="302265"/>
                </a:lnTo>
                <a:moveTo>
                  <a:pt x="92457" y="302265"/>
                </a:moveTo>
                <a:cubicBezTo>
                  <a:pt x="94421" y="302265"/>
                  <a:pt x="96013" y="300673"/>
                  <a:pt x="96013" y="298709"/>
                </a:cubicBezTo>
                <a:moveTo>
                  <a:pt x="96013" y="298709"/>
                </a:moveTo>
                <a:lnTo>
                  <a:pt x="96013" y="298709"/>
                </a:lnTo>
                <a:moveTo>
                  <a:pt x="92457" y="295153"/>
                </a:moveTo>
                <a:cubicBezTo>
                  <a:pt x="94421" y="295153"/>
                  <a:pt x="96013" y="296745"/>
                  <a:pt x="96013" y="298709"/>
                </a:cubicBezTo>
                <a:moveTo>
                  <a:pt x="92457" y="295153"/>
                </a:moveTo>
                <a:lnTo>
                  <a:pt x="92457" y="295153"/>
                </a:lnTo>
                <a:moveTo>
                  <a:pt x="88901" y="298709"/>
                </a:moveTo>
                <a:cubicBezTo>
                  <a:pt x="88897" y="297765"/>
                  <a:pt x="89271" y="296858"/>
                  <a:pt x="89939" y="296190"/>
                </a:cubicBezTo>
                <a:cubicBezTo>
                  <a:pt x="90606" y="295523"/>
                  <a:pt x="91513" y="295149"/>
                  <a:pt x="92457" y="295153"/>
                </a:cubicBezTo>
                <a:moveTo>
                  <a:pt x="88901" y="298709"/>
                </a:moveTo>
                <a:lnTo>
                  <a:pt x="88901" y="298709"/>
                </a:lnTo>
                <a:moveTo>
                  <a:pt x="88901" y="298709"/>
                </a:moveTo>
                <a:cubicBezTo>
                  <a:pt x="88897" y="299653"/>
                  <a:pt x="89271" y="300560"/>
                  <a:pt x="89939" y="301228"/>
                </a:cubicBezTo>
                <a:cubicBezTo>
                  <a:pt x="90606" y="301896"/>
                  <a:pt x="91513" y="302269"/>
                  <a:pt x="92457" y="302265"/>
                </a:cubicBezTo>
                <a:moveTo>
                  <a:pt x="28448" y="0"/>
                </a:moveTo>
                <a:lnTo>
                  <a:pt x="156466" y="0"/>
                </a:lnTo>
                <a:cubicBezTo>
                  <a:pt x="156466" y="0"/>
                  <a:pt x="184915" y="0"/>
                  <a:pt x="184915" y="28448"/>
                </a:cubicBezTo>
                <a:lnTo>
                  <a:pt x="184915" y="298709"/>
                </a:lnTo>
                <a:cubicBezTo>
                  <a:pt x="184915" y="298709"/>
                  <a:pt x="184915" y="327158"/>
                  <a:pt x="156466" y="327158"/>
                </a:cubicBezTo>
                <a:lnTo>
                  <a:pt x="28448" y="327158"/>
                </a:lnTo>
                <a:cubicBezTo>
                  <a:pt x="28448" y="327158"/>
                  <a:pt x="0" y="327158"/>
                  <a:pt x="0" y="298709"/>
                </a:cubicBezTo>
                <a:lnTo>
                  <a:pt x="0" y="28448"/>
                </a:lnTo>
                <a:cubicBezTo>
                  <a:pt x="0" y="28448"/>
                  <a:pt x="0" y="0"/>
                  <a:pt x="28448" y="0"/>
                </a:cubicBezTo>
                <a:moveTo>
                  <a:pt x="42672" y="42672"/>
                </a:moveTo>
                <a:lnTo>
                  <a:pt x="42672" y="56897"/>
                </a:lnTo>
                <a:moveTo>
                  <a:pt x="28448" y="71121"/>
                </a:moveTo>
                <a:cubicBezTo>
                  <a:pt x="28448" y="78977"/>
                  <a:pt x="34816" y="85345"/>
                  <a:pt x="42672" y="85345"/>
                </a:cubicBezTo>
                <a:cubicBezTo>
                  <a:pt x="50528" y="85345"/>
                  <a:pt x="56897" y="78977"/>
                  <a:pt x="56897" y="71121"/>
                </a:cubicBezTo>
                <a:cubicBezTo>
                  <a:pt x="56897" y="63265"/>
                  <a:pt x="50528" y="56897"/>
                  <a:pt x="42672" y="56897"/>
                </a:cubicBezTo>
                <a:cubicBezTo>
                  <a:pt x="34816" y="56897"/>
                  <a:pt x="28448" y="63265"/>
                  <a:pt x="28448" y="71121"/>
                </a:cubicBezTo>
                <a:moveTo>
                  <a:pt x="28448" y="142242"/>
                </a:moveTo>
                <a:cubicBezTo>
                  <a:pt x="28448" y="150098"/>
                  <a:pt x="34816" y="156466"/>
                  <a:pt x="42672" y="156466"/>
                </a:cubicBezTo>
                <a:cubicBezTo>
                  <a:pt x="50528" y="156466"/>
                  <a:pt x="56897" y="150098"/>
                  <a:pt x="56897" y="142242"/>
                </a:cubicBezTo>
                <a:cubicBezTo>
                  <a:pt x="56897" y="134386"/>
                  <a:pt x="50528" y="128018"/>
                  <a:pt x="42672" y="128018"/>
                </a:cubicBezTo>
                <a:cubicBezTo>
                  <a:pt x="34816" y="128018"/>
                  <a:pt x="28448" y="134386"/>
                  <a:pt x="28448" y="142242"/>
                </a:cubicBezTo>
                <a:moveTo>
                  <a:pt x="28448" y="213364"/>
                </a:moveTo>
                <a:cubicBezTo>
                  <a:pt x="28448" y="221219"/>
                  <a:pt x="34816" y="227588"/>
                  <a:pt x="42672" y="227588"/>
                </a:cubicBezTo>
                <a:cubicBezTo>
                  <a:pt x="50528" y="227588"/>
                  <a:pt x="56897" y="221219"/>
                  <a:pt x="56897" y="213364"/>
                </a:cubicBezTo>
                <a:cubicBezTo>
                  <a:pt x="56897" y="205508"/>
                  <a:pt x="50528" y="199139"/>
                  <a:pt x="42672" y="199139"/>
                </a:cubicBezTo>
                <a:cubicBezTo>
                  <a:pt x="34816" y="199139"/>
                  <a:pt x="28448" y="205508"/>
                  <a:pt x="28448" y="213364"/>
                </a:cubicBezTo>
                <a:moveTo>
                  <a:pt x="42672" y="85345"/>
                </a:moveTo>
                <a:lnTo>
                  <a:pt x="42672" y="128018"/>
                </a:lnTo>
                <a:moveTo>
                  <a:pt x="42672" y="156466"/>
                </a:moveTo>
                <a:lnTo>
                  <a:pt x="42672" y="199139"/>
                </a:lnTo>
                <a:moveTo>
                  <a:pt x="42672" y="227588"/>
                </a:moveTo>
                <a:lnTo>
                  <a:pt x="42672" y="241812"/>
                </a:lnTo>
                <a:moveTo>
                  <a:pt x="85345" y="71121"/>
                </a:moveTo>
                <a:lnTo>
                  <a:pt x="156466" y="71121"/>
                </a:lnTo>
                <a:moveTo>
                  <a:pt x="85345" y="142242"/>
                </a:moveTo>
                <a:lnTo>
                  <a:pt x="142242" y="142242"/>
                </a:lnTo>
                <a:moveTo>
                  <a:pt x="85345" y="213364"/>
                </a:moveTo>
                <a:lnTo>
                  <a:pt x="156466" y="213364"/>
                </a:lnTo>
              </a:path>
            </a:pathLst>
          </a:custGeom>
          <a:noFill/>
          <a:ln w="53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0882" y="3127368"/>
            <a:ext cx="327392" cy="310517"/>
          </a:xfrm>
          <a:custGeom>
            <a:avLst/>
            <a:gdLst/>
            <a:ahLst/>
            <a:cxnLst/>
            <a:rect l="0" t="0" r="0" b="0"/>
            <a:pathLst>
              <a:path w="327392" h="310517">
                <a:moveTo>
                  <a:pt x="27595" y="128922"/>
                </a:moveTo>
                <a:cubicBezTo>
                  <a:pt x="27024" y="124202"/>
                  <a:pt x="26739" y="119452"/>
                  <a:pt x="26741" y="114698"/>
                </a:cubicBezTo>
                <a:cubicBezTo>
                  <a:pt x="26681" y="63415"/>
                  <a:pt x="63073" y="19325"/>
                  <a:pt x="113437" y="9662"/>
                </a:cubicBezTo>
                <a:cubicBezTo>
                  <a:pt x="163802" y="0"/>
                  <a:pt x="213927" y="27491"/>
                  <a:pt x="232851" y="75155"/>
                </a:cubicBezTo>
                <a:moveTo>
                  <a:pt x="209096" y="190229"/>
                </a:moveTo>
                <a:lnTo>
                  <a:pt x="239963" y="221096"/>
                </a:lnTo>
                <a:moveTo>
                  <a:pt x="319334" y="272303"/>
                </a:moveTo>
                <a:cubicBezTo>
                  <a:pt x="325043" y="277622"/>
                  <a:pt x="327392" y="285633"/>
                  <a:pt x="325462" y="293193"/>
                </a:cubicBezTo>
                <a:cubicBezTo>
                  <a:pt x="323531" y="300752"/>
                  <a:pt x="317628" y="306655"/>
                  <a:pt x="310068" y="308586"/>
                </a:cubicBezTo>
                <a:cubicBezTo>
                  <a:pt x="302509" y="310517"/>
                  <a:pt x="294498" y="308167"/>
                  <a:pt x="289179" y="302459"/>
                </a:cubicBezTo>
                <a:lnTo>
                  <a:pt x="233989" y="247126"/>
                </a:lnTo>
                <a:cubicBezTo>
                  <a:pt x="231296" y="244455"/>
                  <a:pt x="229781" y="240820"/>
                  <a:pt x="229781" y="237027"/>
                </a:cubicBezTo>
                <a:cubicBezTo>
                  <a:pt x="229781" y="233234"/>
                  <a:pt x="231296" y="229599"/>
                  <a:pt x="233989" y="226928"/>
                </a:cubicBezTo>
                <a:lnTo>
                  <a:pt x="244088" y="216828"/>
                </a:lnTo>
                <a:cubicBezTo>
                  <a:pt x="246759" y="214136"/>
                  <a:pt x="250394" y="212621"/>
                  <a:pt x="254187" y="212621"/>
                </a:cubicBezTo>
                <a:cubicBezTo>
                  <a:pt x="257980" y="212621"/>
                  <a:pt x="261616" y="214136"/>
                  <a:pt x="264286" y="216828"/>
                </a:cubicBezTo>
                <a:close/>
                <a:moveTo>
                  <a:pt x="248355" y="2895"/>
                </a:moveTo>
                <a:lnTo>
                  <a:pt x="305252" y="2895"/>
                </a:lnTo>
                <a:lnTo>
                  <a:pt x="305252" y="59792"/>
                </a:lnTo>
                <a:moveTo>
                  <a:pt x="240247" y="121099"/>
                </a:moveTo>
                <a:cubicBezTo>
                  <a:pt x="237369" y="169469"/>
                  <a:pt x="202294" y="209842"/>
                  <a:pt x="154802" y="219454"/>
                </a:cubicBezTo>
                <a:cubicBezTo>
                  <a:pt x="107310" y="229066"/>
                  <a:pt x="59297" y="205509"/>
                  <a:pt x="37836" y="162065"/>
                </a:cubicBezTo>
                <a:moveTo>
                  <a:pt x="305110" y="2895"/>
                </a:moveTo>
                <a:lnTo>
                  <a:pt x="178514" y="129634"/>
                </a:lnTo>
                <a:cubicBezTo>
                  <a:pt x="172966" y="135149"/>
                  <a:pt x="164006" y="135149"/>
                  <a:pt x="158458" y="129634"/>
                </a:cubicBezTo>
                <a:lnTo>
                  <a:pt x="124462" y="95495"/>
                </a:lnTo>
                <a:cubicBezTo>
                  <a:pt x="118914" y="89980"/>
                  <a:pt x="109954" y="89980"/>
                  <a:pt x="104406" y="95495"/>
                </a:cubicBezTo>
                <a:lnTo>
                  <a:pt x="0" y="199902"/>
                </a:lnTo>
              </a:path>
            </a:pathLst>
          </a:custGeom>
          <a:noFill/>
          <a:ln w="53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5" name="Group 44"/>
          <p:cNvGrpSpPr/>
          <p:nvPr/>
        </p:nvGrpSpPr>
        <p:grpSpPr>
          <a:xfrm>
            <a:off x="1162594" y="3624577"/>
            <a:ext cx="1015307" cy="341394"/>
            <a:chOff x="1162594" y="3619815"/>
            <a:chExt cx="1015307" cy="341394"/>
          </a:xfrm>
        </p:grpSpPr>
        <p:sp>
          <p:nvSpPr>
            <p:cNvPr id="43" name="TextBox 42"/>
            <p:cNvSpPr txBox="1"/>
            <p:nvPr/>
          </p:nvSpPr>
          <p:spPr>
            <a:xfrm>
              <a:off x="1162594" y="3619815"/>
              <a:ext cx="1015307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22403B"/>
                  </a:solidFill>
                  <a:latin typeface="Roboto"/>
                </a:rPr>
                <a:t>Virtual Try-On &amp;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162594" y="3790503"/>
              <a:ext cx="1015307" cy="1707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22403B"/>
                  </a:solidFill>
                  <a:latin typeface="Roboto"/>
                </a:rPr>
                <a:t>Segmentation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712292" y="3624577"/>
            <a:ext cx="817664" cy="341394"/>
            <a:chOff x="2712292" y="3619815"/>
            <a:chExt cx="817664" cy="341394"/>
          </a:xfrm>
        </p:grpSpPr>
        <p:sp>
          <p:nvSpPr>
            <p:cNvPr id="46" name="TextBox 45"/>
            <p:cNvSpPr txBox="1"/>
            <p:nvPr/>
          </p:nvSpPr>
          <p:spPr>
            <a:xfrm>
              <a:off x="2712292" y="3619815"/>
              <a:ext cx="817664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22403B"/>
                  </a:solidFill>
                  <a:latin typeface="Roboto"/>
                </a:rPr>
                <a:t>Marketplace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712292" y="3790503"/>
              <a:ext cx="817664" cy="1707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22403B"/>
                  </a:solidFill>
                  <a:latin typeface="Roboto"/>
                </a:rPr>
                <a:t>Integration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003252" y="3624577"/>
            <a:ext cx="1137494" cy="341394"/>
            <a:chOff x="4003252" y="3619815"/>
            <a:chExt cx="1137494" cy="341394"/>
          </a:xfrm>
        </p:grpSpPr>
        <p:sp>
          <p:nvSpPr>
            <p:cNvPr id="49" name="TextBox 48"/>
            <p:cNvSpPr txBox="1"/>
            <p:nvPr/>
          </p:nvSpPr>
          <p:spPr>
            <a:xfrm>
              <a:off x="4003252" y="3619815"/>
              <a:ext cx="1137494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22403B"/>
                  </a:solidFill>
                  <a:latin typeface="Roboto"/>
                </a:rPr>
                <a:t>Personalization &amp;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003252" y="3790503"/>
              <a:ext cx="1137494" cy="1707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22403B"/>
                  </a:solidFill>
                  <a:latin typeface="Roboto"/>
                </a:rPr>
                <a:t>Cloud Storage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607718" y="3624577"/>
            <a:ext cx="830313" cy="341394"/>
            <a:chOff x="5607718" y="3619815"/>
            <a:chExt cx="830313" cy="341394"/>
          </a:xfrm>
        </p:grpSpPr>
        <p:sp>
          <p:nvSpPr>
            <p:cNvPr id="52" name="TextBox 51"/>
            <p:cNvSpPr txBox="1"/>
            <p:nvPr/>
          </p:nvSpPr>
          <p:spPr>
            <a:xfrm>
              <a:off x="5607718" y="3619815"/>
              <a:ext cx="830313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22403B"/>
                  </a:solidFill>
                  <a:latin typeface="Roboto"/>
                </a:rPr>
                <a:t>Mobile App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607718" y="3790503"/>
              <a:ext cx="830313" cy="1707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22403B"/>
                  </a:solidFill>
                  <a:latin typeface="Roboto"/>
                </a:rPr>
                <a:t>Development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987003" y="3624554"/>
            <a:ext cx="973483" cy="1706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>
                <a:solidFill>
                  <a:srgbClr val="22403B"/>
                </a:solidFill>
                <a:latin typeface="Roboto"/>
              </a:rPr>
              <a:t>Trend Analytics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6852539" y="3880620"/>
            <a:ext cx="1242421" cy="383999"/>
            <a:chOff x="6852539" y="3875858"/>
            <a:chExt cx="1242421" cy="383999"/>
          </a:xfrm>
        </p:grpSpPr>
        <p:sp>
          <p:nvSpPr>
            <p:cNvPr id="56" name="TextBox 55"/>
            <p:cNvSpPr txBox="1"/>
            <p:nvPr/>
          </p:nvSpPr>
          <p:spPr>
            <a:xfrm>
              <a:off x="6852539" y="3875858"/>
              <a:ext cx="1242421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Implement advanced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852539" y="4003874"/>
              <a:ext cx="1242421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fashion trend analytics for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852539" y="4131890"/>
              <a:ext cx="1242421" cy="12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data-driven insights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053209" y="4051368"/>
            <a:ext cx="1234087" cy="383999"/>
            <a:chOff x="1053209" y="4046606"/>
            <a:chExt cx="1234087" cy="383999"/>
          </a:xfrm>
        </p:grpSpPr>
        <p:sp>
          <p:nvSpPr>
            <p:cNvPr id="60" name="TextBox 59"/>
            <p:cNvSpPr txBox="1"/>
            <p:nvPr/>
          </p:nvSpPr>
          <p:spPr>
            <a:xfrm>
              <a:off x="1053209" y="4046606"/>
              <a:ext cx="1234087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Implement advanced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53209" y="4174622"/>
              <a:ext cx="1234087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virtual try-on and garment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53209" y="4302638"/>
              <a:ext cx="1234087" cy="12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segmentation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515248" y="4051368"/>
            <a:ext cx="1211760" cy="383999"/>
            <a:chOff x="2515248" y="4046606"/>
            <a:chExt cx="1211760" cy="383999"/>
          </a:xfrm>
        </p:grpSpPr>
        <p:sp>
          <p:nvSpPr>
            <p:cNvPr id="64" name="TextBox 63"/>
            <p:cNvSpPr txBox="1"/>
            <p:nvPr/>
          </p:nvSpPr>
          <p:spPr>
            <a:xfrm>
              <a:off x="2515248" y="4046606"/>
              <a:ext cx="1211760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Integrate with global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515248" y="4174622"/>
              <a:ext cx="1211760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fashion marketplaces for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515248" y="4302638"/>
              <a:ext cx="1211760" cy="12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wider reach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4024530" y="4051368"/>
            <a:ext cx="1094927" cy="383999"/>
            <a:chOff x="4024530" y="4046606"/>
            <a:chExt cx="1094927" cy="383999"/>
          </a:xfrm>
        </p:grpSpPr>
        <p:sp>
          <p:nvSpPr>
            <p:cNvPr id="68" name="TextBox 67"/>
            <p:cNvSpPr txBox="1"/>
            <p:nvPr/>
          </p:nvSpPr>
          <p:spPr>
            <a:xfrm>
              <a:off x="4024530" y="4046606"/>
              <a:ext cx="1094927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Develop personalized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024530" y="4174622"/>
              <a:ext cx="1094927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recommendations and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024530" y="4302638"/>
              <a:ext cx="1094927" cy="12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user cloud storage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422133" y="4051368"/>
            <a:ext cx="1201493" cy="383999"/>
            <a:chOff x="5422133" y="4046606"/>
            <a:chExt cx="1201493" cy="383999"/>
          </a:xfrm>
        </p:grpSpPr>
        <p:sp>
          <p:nvSpPr>
            <p:cNvPr id="72" name="TextBox 71"/>
            <p:cNvSpPr txBox="1"/>
            <p:nvPr/>
          </p:nvSpPr>
          <p:spPr>
            <a:xfrm>
              <a:off x="5422133" y="4046606"/>
              <a:ext cx="1201493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Launch a mobile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422133" y="4174622"/>
              <a:ext cx="1201493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application for enhanced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422133" y="4302638"/>
              <a:ext cx="1201493" cy="12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22403B"/>
                  </a:solidFill>
                  <a:latin typeface="Roboto"/>
                </a:rPr>
                <a:t>user experience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377775" y="2267917"/>
            <a:ext cx="388439" cy="960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Mid-Term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6284" y="4055017"/>
            <a:ext cx="1709461" cy="721766"/>
          </a:xfrm>
          <a:custGeom>
            <a:avLst/>
            <a:gdLst/>
            <a:ahLst/>
            <a:cxnLst/>
            <a:rect l="0" t="0" r="0" b="0"/>
            <a:pathLst>
              <a:path w="1709461" h="721766">
                <a:moveTo>
                  <a:pt x="113966" y="113957"/>
                </a:moveTo>
                <a:lnTo>
                  <a:pt x="56978" y="113957"/>
                </a:lnTo>
                <a:cubicBezTo>
                  <a:pt x="25507" y="113957"/>
                  <a:pt x="0" y="88449"/>
                  <a:pt x="0" y="56978"/>
                </a:cubicBezTo>
                <a:cubicBezTo>
                  <a:pt x="0" y="25507"/>
                  <a:pt x="25507" y="0"/>
                  <a:pt x="56978" y="0"/>
                </a:cubicBezTo>
                <a:lnTo>
                  <a:pt x="1709461" y="0"/>
                </a:lnTo>
                <a:lnTo>
                  <a:pt x="1709461" y="721766"/>
                </a:lnTo>
                <a:lnTo>
                  <a:pt x="113966" y="721766"/>
                </a:lnTo>
                <a:lnTo>
                  <a:pt x="113966" y="113957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6284" y="4055014"/>
            <a:ext cx="1709456" cy="721770"/>
          </a:xfrm>
          <a:custGeom>
            <a:avLst/>
            <a:gdLst/>
            <a:ahLst/>
            <a:cxnLst/>
            <a:rect l="0" t="0" r="0" b="0"/>
            <a:pathLst>
              <a:path w="1709456" h="721770">
                <a:moveTo>
                  <a:pt x="1709456" y="341893"/>
                </a:moveTo>
                <a:lnTo>
                  <a:pt x="1709456" y="1"/>
                </a:lnTo>
                <a:lnTo>
                  <a:pt x="56981" y="0"/>
                </a:lnTo>
                <a:cubicBezTo>
                  <a:pt x="25511" y="0"/>
                  <a:pt x="0" y="25511"/>
                  <a:pt x="0" y="56981"/>
                </a:cubicBezTo>
                <a:cubicBezTo>
                  <a:pt x="0" y="88452"/>
                  <a:pt x="25511" y="113963"/>
                  <a:pt x="56981" y="113963"/>
                </a:cubicBezTo>
                <a:lnTo>
                  <a:pt x="113963" y="113963"/>
                </a:lnTo>
                <a:lnTo>
                  <a:pt x="113963" y="341893"/>
                </a:lnTo>
                <a:moveTo>
                  <a:pt x="1709456" y="341891"/>
                </a:moveTo>
                <a:lnTo>
                  <a:pt x="1709456" y="721770"/>
                </a:lnTo>
                <a:lnTo>
                  <a:pt x="113963" y="721770"/>
                </a:lnTo>
                <a:lnTo>
                  <a:pt x="113963" y="341891"/>
                </a:lnTo>
              </a:path>
            </a:pathLst>
          </a:custGeom>
          <a:noFill/>
          <a:ln w="7122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21778" y="3599156"/>
            <a:ext cx="1709461" cy="1177632"/>
          </a:xfrm>
          <a:custGeom>
            <a:avLst/>
            <a:gdLst/>
            <a:ahLst/>
            <a:cxnLst/>
            <a:rect l="0" t="0" r="0" b="0"/>
            <a:pathLst>
              <a:path w="1709461" h="1177632">
                <a:moveTo>
                  <a:pt x="113966" y="113966"/>
                </a:moveTo>
                <a:lnTo>
                  <a:pt x="56978" y="113966"/>
                </a:lnTo>
                <a:cubicBezTo>
                  <a:pt x="25507" y="113966"/>
                  <a:pt x="0" y="88458"/>
                  <a:pt x="0" y="56988"/>
                </a:cubicBezTo>
                <a:cubicBezTo>
                  <a:pt x="0" y="25517"/>
                  <a:pt x="25507" y="0"/>
                  <a:pt x="56978" y="0"/>
                </a:cubicBezTo>
                <a:lnTo>
                  <a:pt x="1709461" y="0"/>
                </a:lnTo>
                <a:lnTo>
                  <a:pt x="1709461" y="1177632"/>
                </a:lnTo>
                <a:lnTo>
                  <a:pt x="113966" y="1177632"/>
                </a:lnTo>
                <a:lnTo>
                  <a:pt x="113966" y="11396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21778" y="3599159"/>
            <a:ext cx="1709456" cy="1177626"/>
          </a:xfrm>
          <a:custGeom>
            <a:avLst/>
            <a:gdLst/>
            <a:ahLst/>
            <a:cxnLst/>
            <a:rect l="0" t="0" r="0" b="0"/>
            <a:pathLst>
              <a:path w="1709456" h="1177626">
                <a:moveTo>
                  <a:pt x="1709456" y="797746"/>
                </a:moveTo>
                <a:lnTo>
                  <a:pt x="1709456" y="1177626"/>
                </a:lnTo>
                <a:lnTo>
                  <a:pt x="113963" y="1177626"/>
                </a:lnTo>
                <a:lnTo>
                  <a:pt x="113963" y="797746"/>
                </a:lnTo>
                <a:moveTo>
                  <a:pt x="1709456" y="797748"/>
                </a:moveTo>
                <a:lnTo>
                  <a:pt x="1709456" y="1"/>
                </a:lnTo>
                <a:lnTo>
                  <a:pt x="56981" y="0"/>
                </a:lnTo>
                <a:cubicBezTo>
                  <a:pt x="25511" y="0"/>
                  <a:pt x="0" y="25511"/>
                  <a:pt x="0" y="56981"/>
                </a:cubicBezTo>
                <a:cubicBezTo>
                  <a:pt x="0" y="88452"/>
                  <a:pt x="25511" y="113963"/>
                  <a:pt x="56981" y="113963"/>
                </a:cubicBezTo>
                <a:lnTo>
                  <a:pt x="113963" y="113963"/>
                </a:lnTo>
                <a:lnTo>
                  <a:pt x="113963" y="797748"/>
                </a:lnTo>
              </a:path>
            </a:pathLst>
          </a:custGeom>
          <a:noFill/>
          <a:ln w="7122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17271" y="3143305"/>
            <a:ext cx="1709461" cy="1633480"/>
          </a:xfrm>
          <a:custGeom>
            <a:avLst/>
            <a:gdLst/>
            <a:ahLst/>
            <a:cxnLst/>
            <a:rect l="0" t="0" r="0" b="0"/>
            <a:pathLst>
              <a:path w="1709461" h="1633480">
                <a:moveTo>
                  <a:pt x="113966" y="113966"/>
                </a:moveTo>
                <a:lnTo>
                  <a:pt x="56978" y="113966"/>
                </a:lnTo>
                <a:cubicBezTo>
                  <a:pt x="25507" y="113966"/>
                  <a:pt x="0" y="88449"/>
                  <a:pt x="0" y="56978"/>
                </a:cubicBezTo>
                <a:cubicBezTo>
                  <a:pt x="0" y="25507"/>
                  <a:pt x="25507" y="0"/>
                  <a:pt x="56978" y="0"/>
                </a:cubicBezTo>
                <a:lnTo>
                  <a:pt x="1709461" y="0"/>
                </a:lnTo>
                <a:lnTo>
                  <a:pt x="1709461" y="1633480"/>
                </a:lnTo>
                <a:lnTo>
                  <a:pt x="113966" y="1633480"/>
                </a:lnTo>
                <a:lnTo>
                  <a:pt x="113966" y="11396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7271" y="3143303"/>
            <a:ext cx="1709456" cy="1633481"/>
          </a:xfrm>
          <a:custGeom>
            <a:avLst/>
            <a:gdLst/>
            <a:ahLst/>
            <a:cxnLst/>
            <a:rect l="0" t="0" r="0" b="0"/>
            <a:pathLst>
              <a:path w="1709456" h="1633481">
                <a:moveTo>
                  <a:pt x="1709456" y="1253603"/>
                </a:moveTo>
                <a:lnTo>
                  <a:pt x="1709456" y="1"/>
                </a:lnTo>
                <a:lnTo>
                  <a:pt x="56981" y="0"/>
                </a:lnTo>
                <a:cubicBezTo>
                  <a:pt x="25511" y="0"/>
                  <a:pt x="0" y="25511"/>
                  <a:pt x="0" y="56981"/>
                </a:cubicBezTo>
                <a:cubicBezTo>
                  <a:pt x="0" y="88452"/>
                  <a:pt x="25511" y="113963"/>
                  <a:pt x="56981" y="113963"/>
                </a:cubicBezTo>
                <a:lnTo>
                  <a:pt x="113963" y="113963"/>
                </a:lnTo>
                <a:lnTo>
                  <a:pt x="113963" y="1253603"/>
                </a:lnTo>
                <a:moveTo>
                  <a:pt x="1709456" y="1253601"/>
                </a:moveTo>
                <a:lnTo>
                  <a:pt x="1709456" y="1633481"/>
                </a:lnTo>
                <a:lnTo>
                  <a:pt x="113963" y="1633481"/>
                </a:lnTo>
                <a:lnTo>
                  <a:pt x="113963" y="1253601"/>
                </a:lnTo>
              </a:path>
            </a:pathLst>
          </a:custGeom>
          <a:noFill/>
          <a:ln w="7122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12764" y="2687449"/>
            <a:ext cx="1709461" cy="2089337"/>
          </a:xfrm>
          <a:custGeom>
            <a:avLst/>
            <a:gdLst/>
            <a:ahLst/>
            <a:cxnLst/>
            <a:rect l="0" t="0" r="0" b="0"/>
            <a:pathLst>
              <a:path w="1709461" h="2089337">
                <a:moveTo>
                  <a:pt x="113966" y="113966"/>
                </a:moveTo>
                <a:lnTo>
                  <a:pt x="56978" y="113966"/>
                </a:lnTo>
                <a:cubicBezTo>
                  <a:pt x="25507" y="113966"/>
                  <a:pt x="0" y="88449"/>
                  <a:pt x="0" y="56978"/>
                </a:cubicBezTo>
                <a:cubicBezTo>
                  <a:pt x="0" y="25507"/>
                  <a:pt x="25507" y="0"/>
                  <a:pt x="56978" y="0"/>
                </a:cubicBezTo>
                <a:lnTo>
                  <a:pt x="1709461" y="0"/>
                </a:lnTo>
                <a:lnTo>
                  <a:pt x="1709461" y="2089337"/>
                </a:lnTo>
                <a:lnTo>
                  <a:pt x="113966" y="2089337"/>
                </a:lnTo>
                <a:lnTo>
                  <a:pt x="113966" y="11396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12764" y="2687448"/>
            <a:ext cx="1709456" cy="2089336"/>
          </a:xfrm>
          <a:custGeom>
            <a:avLst/>
            <a:gdLst/>
            <a:ahLst/>
            <a:cxnLst/>
            <a:rect l="0" t="0" r="0" b="0"/>
            <a:pathLst>
              <a:path w="1709456" h="2089336">
                <a:moveTo>
                  <a:pt x="1709456" y="1709458"/>
                </a:moveTo>
                <a:lnTo>
                  <a:pt x="1709456" y="1"/>
                </a:lnTo>
                <a:lnTo>
                  <a:pt x="56981" y="0"/>
                </a:lnTo>
                <a:cubicBezTo>
                  <a:pt x="25511" y="0"/>
                  <a:pt x="0" y="25511"/>
                  <a:pt x="0" y="56981"/>
                </a:cubicBezTo>
                <a:cubicBezTo>
                  <a:pt x="0" y="88452"/>
                  <a:pt x="25511" y="113963"/>
                  <a:pt x="56981" y="113963"/>
                </a:cubicBezTo>
                <a:lnTo>
                  <a:pt x="113963" y="113963"/>
                </a:lnTo>
                <a:lnTo>
                  <a:pt x="113963" y="1709458"/>
                </a:lnTo>
                <a:moveTo>
                  <a:pt x="1709456" y="1709456"/>
                </a:moveTo>
                <a:lnTo>
                  <a:pt x="1709456" y="2089336"/>
                </a:lnTo>
                <a:lnTo>
                  <a:pt x="113963" y="2089336"/>
                </a:lnTo>
                <a:lnTo>
                  <a:pt x="113963" y="1709456"/>
                </a:lnTo>
              </a:path>
            </a:pathLst>
          </a:custGeom>
          <a:noFill/>
          <a:ln w="7122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8257" y="2231593"/>
            <a:ext cx="1709461" cy="2545194"/>
          </a:xfrm>
          <a:custGeom>
            <a:avLst/>
            <a:gdLst/>
            <a:ahLst/>
            <a:cxnLst/>
            <a:rect l="0" t="0" r="0" b="0"/>
            <a:pathLst>
              <a:path w="1709461" h="2545194">
                <a:moveTo>
                  <a:pt x="113966" y="113966"/>
                </a:moveTo>
                <a:lnTo>
                  <a:pt x="56978" y="113966"/>
                </a:lnTo>
                <a:cubicBezTo>
                  <a:pt x="25507" y="113966"/>
                  <a:pt x="0" y="88449"/>
                  <a:pt x="0" y="56978"/>
                </a:cubicBezTo>
                <a:cubicBezTo>
                  <a:pt x="0" y="25507"/>
                  <a:pt x="25507" y="0"/>
                  <a:pt x="56978" y="0"/>
                </a:cubicBezTo>
                <a:lnTo>
                  <a:pt x="1709461" y="0"/>
                </a:lnTo>
                <a:lnTo>
                  <a:pt x="1709461" y="2545194"/>
                </a:lnTo>
                <a:lnTo>
                  <a:pt x="113966" y="2545194"/>
                </a:lnTo>
                <a:lnTo>
                  <a:pt x="113966" y="11396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08257" y="2231593"/>
            <a:ext cx="1709456" cy="2545191"/>
          </a:xfrm>
          <a:custGeom>
            <a:avLst/>
            <a:gdLst/>
            <a:ahLst/>
            <a:cxnLst/>
            <a:rect l="0" t="0" r="0" b="0"/>
            <a:pathLst>
              <a:path w="1709456" h="2545191">
                <a:moveTo>
                  <a:pt x="1709456" y="2165312"/>
                </a:moveTo>
                <a:lnTo>
                  <a:pt x="1709456" y="2545191"/>
                </a:lnTo>
                <a:lnTo>
                  <a:pt x="113963" y="2545191"/>
                </a:lnTo>
                <a:lnTo>
                  <a:pt x="113963" y="2165312"/>
                </a:lnTo>
                <a:moveTo>
                  <a:pt x="1709456" y="2165314"/>
                </a:moveTo>
                <a:lnTo>
                  <a:pt x="1709456" y="1"/>
                </a:lnTo>
                <a:lnTo>
                  <a:pt x="56981" y="0"/>
                </a:lnTo>
                <a:cubicBezTo>
                  <a:pt x="25511" y="0"/>
                  <a:pt x="0" y="25511"/>
                  <a:pt x="0" y="56981"/>
                </a:cubicBezTo>
                <a:cubicBezTo>
                  <a:pt x="0" y="88452"/>
                  <a:pt x="25511" y="113963"/>
                  <a:pt x="56981" y="113963"/>
                </a:cubicBezTo>
                <a:lnTo>
                  <a:pt x="113963" y="113963"/>
                </a:lnTo>
                <a:lnTo>
                  <a:pt x="113963" y="2165314"/>
                </a:lnTo>
              </a:path>
            </a:pathLst>
          </a:custGeom>
          <a:noFill/>
          <a:ln w="7122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4040" y="376237"/>
            <a:ext cx="3775919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Achieved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3444" y="1004887"/>
            <a:ext cx="9571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>
                <a:solidFill>
                  <a:srgbClr val="22403B"/>
                </a:solidFill>
                <a:latin typeface="Roboto"/>
              </a:rPr>
              <a:t>Project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1443" y="1683590"/>
            <a:ext cx="417054" cy="412229"/>
          </a:xfrm>
          <a:custGeom>
            <a:avLst/>
            <a:gdLst/>
            <a:ahLst/>
            <a:cxnLst/>
            <a:rect l="0" t="0" r="0" b="0"/>
            <a:pathLst>
              <a:path w="417054" h="412229">
                <a:moveTo>
                  <a:pt x="262316" y="78735"/>
                </a:moveTo>
                <a:cubicBezTo>
                  <a:pt x="300878" y="70983"/>
                  <a:pt x="331925" y="39559"/>
                  <a:pt x="339690" y="0"/>
                </a:cubicBezTo>
                <a:cubicBezTo>
                  <a:pt x="347453" y="39559"/>
                  <a:pt x="378493" y="70983"/>
                  <a:pt x="417054" y="78735"/>
                </a:cubicBezTo>
                <a:moveTo>
                  <a:pt x="417054" y="78780"/>
                </a:moveTo>
                <a:cubicBezTo>
                  <a:pt x="378493" y="86532"/>
                  <a:pt x="347445" y="117957"/>
                  <a:pt x="339682" y="157516"/>
                </a:cubicBezTo>
                <a:cubicBezTo>
                  <a:pt x="331918" y="117957"/>
                  <a:pt x="300878" y="86532"/>
                  <a:pt x="262316" y="78780"/>
                </a:cubicBezTo>
                <a:moveTo>
                  <a:pt x="200629" y="78795"/>
                </a:moveTo>
                <a:lnTo>
                  <a:pt x="37048" y="78795"/>
                </a:lnTo>
                <a:cubicBezTo>
                  <a:pt x="16587" y="78795"/>
                  <a:pt x="0" y="95382"/>
                  <a:pt x="0" y="115843"/>
                </a:cubicBezTo>
                <a:lnTo>
                  <a:pt x="0" y="301084"/>
                </a:lnTo>
                <a:cubicBezTo>
                  <a:pt x="0" y="321544"/>
                  <a:pt x="16587" y="338131"/>
                  <a:pt x="37048" y="338131"/>
                </a:cubicBezTo>
                <a:lnTo>
                  <a:pt x="333433" y="338131"/>
                </a:lnTo>
                <a:cubicBezTo>
                  <a:pt x="353894" y="338131"/>
                  <a:pt x="370481" y="321544"/>
                  <a:pt x="370481" y="301084"/>
                </a:cubicBezTo>
                <a:lnTo>
                  <a:pt x="370481" y="208767"/>
                </a:lnTo>
                <a:moveTo>
                  <a:pt x="185246" y="338107"/>
                </a:moveTo>
                <a:lnTo>
                  <a:pt x="185246" y="412204"/>
                </a:lnTo>
                <a:moveTo>
                  <a:pt x="129656" y="412229"/>
                </a:moveTo>
                <a:lnTo>
                  <a:pt x="240800" y="412229"/>
                </a:lnTo>
                <a:moveTo>
                  <a:pt x="370481" y="267175"/>
                </a:moveTo>
                <a:lnTo>
                  <a:pt x="0" y="267175"/>
                </a:lnTo>
              </a:path>
            </a:pathLst>
          </a:custGeom>
          <a:noFill/>
          <a:ln w="7122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6044" y="2127130"/>
            <a:ext cx="436861" cy="444202"/>
          </a:xfrm>
          <a:custGeom>
            <a:avLst/>
            <a:gdLst/>
            <a:ahLst/>
            <a:cxnLst/>
            <a:rect l="0" t="0" r="0" b="0"/>
            <a:pathLst>
              <a:path w="436861" h="444202">
                <a:moveTo>
                  <a:pt x="379879" y="379879"/>
                </a:moveTo>
                <a:lnTo>
                  <a:pt x="379879" y="398873"/>
                </a:lnTo>
                <a:moveTo>
                  <a:pt x="379879" y="284909"/>
                </a:moveTo>
                <a:lnTo>
                  <a:pt x="379879" y="303903"/>
                </a:lnTo>
                <a:moveTo>
                  <a:pt x="341891" y="341891"/>
                </a:moveTo>
                <a:lnTo>
                  <a:pt x="322897" y="341891"/>
                </a:lnTo>
                <a:moveTo>
                  <a:pt x="436861" y="341891"/>
                </a:moveTo>
                <a:lnTo>
                  <a:pt x="417867" y="341891"/>
                </a:lnTo>
                <a:moveTo>
                  <a:pt x="75975" y="94969"/>
                </a:moveTo>
                <a:lnTo>
                  <a:pt x="75975" y="113963"/>
                </a:lnTo>
                <a:moveTo>
                  <a:pt x="75975" y="0"/>
                </a:moveTo>
                <a:lnTo>
                  <a:pt x="75975" y="18993"/>
                </a:lnTo>
                <a:moveTo>
                  <a:pt x="37987" y="56981"/>
                </a:moveTo>
                <a:lnTo>
                  <a:pt x="18993" y="56981"/>
                </a:lnTo>
                <a:moveTo>
                  <a:pt x="132957" y="56981"/>
                </a:moveTo>
                <a:lnTo>
                  <a:pt x="113963" y="56981"/>
                </a:lnTo>
                <a:moveTo>
                  <a:pt x="360885" y="189939"/>
                </a:moveTo>
                <a:cubicBezTo>
                  <a:pt x="360885" y="200429"/>
                  <a:pt x="369389" y="208933"/>
                  <a:pt x="379879" y="208933"/>
                </a:cubicBezTo>
                <a:cubicBezTo>
                  <a:pt x="390369" y="208933"/>
                  <a:pt x="398873" y="200429"/>
                  <a:pt x="398873" y="189939"/>
                </a:cubicBezTo>
                <a:cubicBezTo>
                  <a:pt x="398873" y="179449"/>
                  <a:pt x="390369" y="170945"/>
                  <a:pt x="379879" y="170945"/>
                </a:cubicBezTo>
                <a:cubicBezTo>
                  <a:pt x="369389" y="170945"/>
                  <a:pt x="360885" y="179449"/>
                  <a:pt x="360885" y="189939"/>
                </a:cubicBezTo>
                <a:moveTo>
                  <a:pt x="284909" y="189939"/>
                </a:moveTo>
                <a:cubicBezTo>
                  <a:pt x="284909" y="200429"/>
                  <a:pt x="293413" y="208933"/>
                  <a:pt x="303903" y="208933"/>
                </a:cubicBezTo>
                <a:cubicBezTo>
                  <a:pt x="314393" y="208933"/>
                  <a:pt x="322897" y="200429"/>
                  <a:pt x="322897" y="189939"/>
                </a:cubicBezTo>
                <a:cubicBezTo>
                  <a:pt x="322897" y="179449"/>
                  <a:pt x="314393" y="170945"/>
                  <a:pt x="303903" y="170945"/>
                </a:cubicBezTo>
                <a:cubicBezTo>
                  <a:pt x="293413" y="170945"/>
                  <a:pt x="284909" y="179449"/>
                  <a:pt x="284909" y="189939"/>
                </a:cubicBezTo>
                <a:moveTo>
                  <a:pt x="436861" y="9496"/>
                </a:moveTo>
                <a:lnTo>
                  <a:pt x="389376" y="151951"/>
                </a:lnTo>
                <a:lnTo>
                  <a:pt x="294406" y="151951"/>
                </a:lnTo>
                <a:lnTo>
                  <a:pt x="265915" y="56981"/>
                </a:lnTo>
                <a:lnTo>
                  <a:pt x="421039" y="56981"/>
                </a:lnTo>
                <a:moveTo>
                  <a:pt x="240425" y="246921"/>
                </a:moveTo>
                <a:cubicBezTo>
                  <a:pt x="224353" y="201341"/>
                  <a:pt x="181278" y="170857"/>
                  <a:pt x="132948" y="170857"/>
                </a:cubicBezTo>
                <a:cubicBezTo>
                  <a:pt x="84617" y="170857"/>
                  <a:pt x="41543" y="201341"/>
                  <a:pt x="25470" y="246921"/>
                </a:cubicBezTo>
                <a:moveTo>
                  <a:pt x="265915" y="265915"/>
                </a:moveTo>
                <a:lnTo>
                  <a:pt x="265915" y="326164"/>
                </a:lnTo>
                <a:cubicBezTo>
                  <a:pt x="265913" y="336238"/>
                  <a:pt x="261909" y="345899"/>
                  <a:pt x="254785" y="353021"/>
                </a:cubicBezTo>
                <a:lnTo>
                  <a:pt x="245648" y="362157"/>
                </a:lnTo>
                <a:cubicBezTo>
                  <a:pt x="234904" y="372905"/>
                  <a:pt x="218789" y="376214"/>
                  <a:pt x="204679" y="370572"/>
                </a:cubicBezTo>
                <a:lnTo>
                  <a:pt x="132957" y="341891"/>
                </a:lnTo>
                <a:lnTo>
                  <a:pt x="61236" y="370572"/>
                </a:lnTo>
                <a:cubicBezTo>
                  <a:pt x="47126" y="376214"/>
                  <a:pt x="31010" y="372905"/>
                  <a:pt x="20266" y="362157"/>
                </a:cubicBezTo>
                <a:lnTo>
                  <a:pt x="11130" y="353021"/>
                </a:lnTo>
                <a:cubicBezTo>
                  <a:pt x="4005" y="345899"/>
                  <a:pt x="2" y="336238"/>
                  <a:pt x="0" y="326164"/>
                </a:cubicBezTo>
                <a:lnTo>
                  <a:pt x="0" y="265915"/>
                </a:lnTo>
                <a:cubicBezTo>
                  <a:pt x="0" y="255425"/>
                  <a:pt x="8503" y="246921"/>
                  <a:pt x="18993" y="246921"/>
                </a:cubicBezTo>
                <a:lnTo>
                  <a:pt x="246921" y="246921"/>
                </a:lnTo>
                <a:cubicBezTo>
                  <a:pt x="257411" y="246921"/>
                  <a:pt x="265915" y="255425"/>
                  <a:pt x="265915" y="265915"/>
                </a:cubicBezTo>
                <a:close/>
                <a:moveTo>
                  <a:pt x="65833" y="414999"/>
                </a:moveTo>
                <a:cubicBezTo>
                  <a:pt x="104926" y="443493"/>
                  <a:pt x="157750" y="444202"/>
                  <a:pt x="197594" y="416765"/>
                </a:cubicBezTo>
                <a:moveTo>
                  <a:pt x="132957" y="151951"/>
                </a:moveTo>
                <a:lnTo>
                  <a:pt x="132957" y="246921"/>
                </a:lnTo>
                <a:moveTo>
                  <a:pt x="161448" y="389376"/>
                </a:moveTo>
                <a:cubicBezTo>
                  <a:pt x="144565" y="402039"/>
                  <a:pt x="121350" y="402039"/>
                  <a:pt x="104466" y="389376"/>
                </a:cubicBezTo>
                <a:moveTo>
                  <a:pt x="104466" y="284909"/>
                </a:moveTo>
                <a:lnTo>
                  <a:pt x="170945" y="284909"/>
                </a:lnTo>
              </a:path>
            </a:pathLst>
          </a:custGeom>
          <a:noFill/>
          <a:ln w="7122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1054" y="2573484"/>
            <a:ext cx="422615" cy="441621"/>
          </a:xfrm>
          <a:custGeom>
            <a:avLst/>
            <a:gdLst/>
            <a:ahLst/>
            <a:cxnLst/>
            <a:rect l="0" t="0" r="0" b="0"/>
            <a:pathLst>
              <a:path w="422615" h="441621">
                <a:moveTo>
                  <a:pt x="0" y="0"/>
                </a:moveTo>
                <a:moveTo>
                  <a:pt x="350438" y="293468"/>
                </a:moveTo>
                <a:lnTo>
                  <a:pt x="226977" y="361846"/>
                </a:lnTo>
                <a:lnTo>
                  <a:pt x="103516" y="293468"/>
                </a:lnTo>
                <a:lnTo>
                  <a:pt x="103516" y="160510"/>
                </a:lnTo>
                <a:lnTo>
                  <a:pt x="226977" y="92131"/>
                </a:lnTo>
                <a:lnTo>
                  <a:pt x="350438" y="160510"/>
                </a:lnTo>
                <a:close/>
                <a:moveTo>
                  <a:pt x="0" y="0"/>
                </a:moveTo>
                <a:moveTo>
                  <a:pt x="274462" y="253569"/>
                </a:moveTo>
                <a:lnTo>
                  <a:pt x="274462" y="202285"/>
                </a:lnTo>
                <a:lnTo>
                  <a:pt x="226977" y="175694"/>
                </a:lnTo>
                <a:lnTo>
                  <a:pt x="179492" y="202285"/>
                </a:lnTo>
                <a:lnTo>
                  <a:pt x="179492" y="253569"/>
                </a:lnTo>
                <a:lnTo>
                  <a:pt x="226977" y="280161"/>
                </a:lnTo>
                <a:close/>
                <a:moveTo>
                  <a:pt x="0" y="0"/>
                </a:moveTo>
                <a:moveTo>
                  <a:pt x="160498" y="190885"/>
                </a:moveTo>
                <a:lnTo>
                  <a:pt x="179492" y="202281"/>
                </a:lnTo>
                <a:moveTo>
                  <a:pt x="0" y="0"/>
                </a:moveTo>
                <a:moveTo>
                  <a:pt x="274462" y="202281"/>
                </a:moveTo>
                <a:lnTo>
                  <a:pt x="293456" y="190885"/>
                </a:lnTo>
                <a:moveTo>
                  <a:pt x="226977" y="280161"/>
                </a:moveTo>
                <a:lnTo>
                  <a:pt x="226977" y="302953"/>
                </a:lnTo>
                <a:moveTo>
                  <a:pt x="0" y="0"/>
                </a:moveTo>
                <a:moveTo>
                  <a:pt x="103517" y="160502"/>
                </a:moveTo>
                <a:lnTo>
                  <a:pt x="33239" y="122514"/>
                </a:lnTo>
                <a:moveTo>
                  <a:pt x="0" y="0"/>
                </a:moveTo>
                <a:moveTo>
                  <a:pt x="350438" y="160502"/>
                </a:moveTo>
                <a:lnTo>
                  <a:pt x="422613" y="122514"/>
                </a:lnTo>
                <a:moveTo>
                  <a:pt x="226977" y="361831"/>
                </a:moveTo>
                <a:lnTo>
                  <a:pt x="226977" y="441605"/>
                </a:lnTo>
                <a:moveTo>
                  <a:pt x="179492" y="40837"/>
                </a:moveTo>
                <a:lnTo>
                  <a:pt x="226977" y="14245"/>
                </a:lnTo>
                <a:lnTo>
                  <a:pt x="274462" y="40837"/>
                </a:lnTo>
                <a:moveTo>
                  <a:pt x="0" y="0"/>
                </a:moveTo>
                <a:moveTo>
                  <a:pt x="80724" y="359947"/>
                </a:moveTo>
                <a:lnTo>
                  <a:pt x="33239" y="333355"/>
                </a:lnTo>
                <a:lnTo>
                  <a:pt x="33239" y="282071"/>
                </a:lnTo>
                <a:moveTo>
                  <a:pt x="422615" y="282071"/>
                </a:moveTo>
                <a:lnTo>
                  <a:pt x="422615" y="333355"/>
                </a:lnTo>
                <a:lnTo>
                  <a:pt x="375130" y="359947"/>
                </a:lnTo>
                <a:moveTo>
                  <a:pt x="33239" y="173791"/>
                </a:moveTo>
                <a:lnTo>
                  <a:pt x="33239" y="122507"/>
                </a:lnTo>
                <a:lnTo>
                  <a:pt x="80724" y="95915"/>
                </a:lnTo>
                <a:moveTo>
                  <a:pt x="0" y="0"/>
                </a:moveTo>
                <a:moveTo>
                  <a:pt x="375130" y="95915"/>
                </a:moveTo>
                <a:lnTo>
                  <a:pt x="422615" y="122507"/>
                </a:lnTo>
                <a:lnTo>
                  <a:pt x="422615" y="173791"/>
                </a:lnTo>
                <a:moveTo>
                  <a:pt x="0" y="0"/>
                </a:moveTo>
                <a:moveTo>
                  <a:pt x="179492" y="415029"/>
                </a:moveTo>
                <a:lnTo>
                  <a:pt x="226977" y="441621"/>
                </a:lnTo>
                <a:lnTo>
                  <a:pt x="274462" y="415029"/>
                </a:lnTo>
              </a:path>
            </a:pathLst>
          </a:custGeom>
          <a:noFill/>
          <a:ln w="7122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9" name="Group 18"/>
          <p:cNvGrpSpPr/>
          <p:nvPr/>
        </p:nvGrpSpPr>
        <p:grpSpPr>
          <a:xfrm>
            <a:off x="7376085" y="2440498"/>
            <a:ext cx="887758" cy="341946"/>
            <a:chOff x="7376085" y="2435736"/>
            <a:chExt cx="887758" cy="341946"/>
          </a:xfrm>
        </p:grpSpPr>
        <p:sp>
          <p:nvSpPr>
            <p:cNvPr id="17" name="TextBox 16"/>
            <p:cNvSpPr txBox="1"/>
            <p:nvPr/>
          </p:nvSpPr>
          <p:spPr>
            <a:xfrm>
              <a:off x="7376085" y="2435736"/>
              <a:ext cx="887758" cy="17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22403B"/>
                  </a:solidFill>
                  <a:latin typeface="Roboto Slab"/>
                </a:rPr>
                <a:t>Professional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76085" y="2606709"/>
              <a:ext cx="887758" cy="17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22403B"/>
                  </a:solidFill>
                  <a:latin typeface="Roboto Slab"/>
                </a:rPr>
                <a:t>Interface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2815058" y="3038837"/>
            <a:ext cx="436861" cy="436861"/>
          </a:xfrm>
          <a:custGeom>
            <a:avLst/>
            <a:gdLst/>
            <a:ahLst/>
            <a:cxnLst/>
            <a:rect l="0" t="0" r="0" b="0"/>
            <a:pathLst>
              <a:path w="436861" h="436861">
                <a:moveTo>
                  <a:pt x="284909" y="100895"/>
                </a:moveTo>
                <a:lnTo>
                  <a:pt x="256418" y="100895"/>
                </a:lnTo>
                <a:cubicBezTo>
                  <a:pt x="256418" y="121876"/>
                  <a:pt x="239410" y="138883"/>
                  <a:pt x="218430" y="138883"/>
                </a:cubicBezTo>
                <a:cubicBezTo>
                  <a:pt x="197450" y="138883"/>
                  <a:pt x="180442" y="121876"/>
                  <a:pt x="180442" y="100895"/>
                </a:cubicBezTo>
                <a:lnTo>
                  <a:pt x="151951" y="100895"/>
                </a:lnTo>
                <a:lnTo>
                  <a:pt x="94969" y="134135"/>
                </a:lnTo>
                <a:lnTo>
                  <a:pt x="113963" y="191117"/>
                </a:lnTo>
                <a:lnTo>
                  <a:pt x="151951" y="176871"/>
                </a:lnTo>
                <a:lnTo>
                  <a:pt x="151951" y="281338"/>
                </a:lnTo>
                <a:lnTo>
                  <a:pt x="284909" y="281338"/>
                </a:lnTo>
                <a:lnTo>
                  <a:pt x="284909" y="176871"/>
                </a:lnTo>
                <a:lnTo>
                  <a:pt x="322897" y="191117"/>
                </a:lnTo>
                <a:lnTo>
                  <a:pt x="341891" y="134135"/>
                </a:lnTo>
                <a:close/>
                <a:moveTo>
                  <a:pt x="94969" y="360885"/>
                </a:moveTo>
                <a:lnTo>
                  <a:pt x="341891" y="360885"/>
                </a:lnTo>
                <a:moveTo>
                  <a:pt x="218430" y="394124"/>
                </a:moveTo>
                <a:cubicBezTo>
                  <a:pt x="215808" y="394124"/>
                  <a:pt x="213682" y="396250"/>
                  <a:pt x="213682" y="398873"/>
                </a:cubicBezTo>
                <a:lnTo>
                  <a:pt x="213682" y="398873"/>
                </a:lnTo>
                <a:cubicBezTo>
                  <a:pt x="213682" y="401495"/>
                  <a:pt x="215808" y="403621"/>
                  <a:pt x="218430" y="403621"/>
                </a:cubicBezTo>
                <a:lnTo>
                  <a:pt x="218430" y="403621"/>
                </a:lnTo>
                <a:cubicBezTo>
                  <a:pt x="221053" y="403621"/>
                  <a:pt x="223179" y="401495"/>
                  <a:pt x="223179" y="398873"/>
                </a:cubicBezTo>
                <a:lnTo>
                  <a:pt x="223179" y="398873"/>
                </a:lnTo>
                <a:cubicBezTo>
                  <a:pt x="223179" y="396250"/>
                  <a:pt x="221053" y="394124"/>
                  <a:pt x="218430" y="394124"/>
                </a:cubicBezTo>
                <a:moveTo>
                  <a:pt x="218430" y="394124"/>
                </a:moveTo>
                <a:lnTo>
                  <a:pt x="218430" y="394124"/>
                </a:lnTo>
                <a:moveTo>
                  <a:pt x="341891" y="76184"/>
                </a:moveTo>
                <a:lnTo>
                  <a:pt x="341891" y="37987"/>
                </a:lnTo>
                <a:cubicBezTo>
                  <a:pt x="341891" y="17007"/>
                  <a:pt x="324883" y="0"/>
                  <a:pt x="303903" y="0"/>
                </a:cubicBezTo>
                <a:lnTo>
                  <a:pt x="132957" y="0"/>
                </a:lnTo>
                <a:cubicBezTo>
                  <a:pt x="111977" y="0"/>
                  <a:pt x="94969" y="17007"/>
                  <a:pt x="94969" y="37987"/>
                </a:cubicBezTo>
                <a:lnTo>
                  <a:pt x="94969" y="76184"/>
                </a:lnTo>
                <a:moveTo>
                  <a:pt x="341891" y="275412"/>
                </a:moveTo>
                <a:lnTo>
                  <a:pt x="341891" y="398873"/>
                </a:lnTo>
                <a:cubicBezTo>
                  <a:pt x="341891" y="419853"/>
                  <a:pt x="324883" y="436861"/>
                  <a:pt x="303903" y="436861"/>
                </a:cubicBezTo>
                <a:lnTo>
                  <a:pt x="132957" y="436861"/>
                </a:lnTo>
                <a:cubicBezTo>
                  <a:pt x="111977" y="436861"/>
                  <a:pt x="94969" y="419853"/>
                  <a:pt x="94969" y="398873"/>
                </a:cubicBezTo>
                <a:lnTo>
                  <a:pt x="94969" y="271841"/>
                </a:lnTo>
                <a:moveTo>
                  <a:pt x="398873" y="142454"/>
                </a:moveTo>
                <a:lnTo>
                  <a:pt x="436861" y="180442"/>
                </a:lnTo>
                <a:lnTo>
                  <a:pt x="398873" y="218430"/>
                </a:lnTo>
                <a:moveTo>
                  <a:pt x="37987" y="142454"/>
                </a:moveTo>
                <a:lnTo>
                  <a:pt x="0" y="180442"/>
                </a:lnTo>
                <a:lnTo>
                  <a:pt x="37987" y="218430"/>
                </a:lnTo>
              </a:path>
            </a:pathLst>
          </a:custGeom>
          <a:noFill/>
          <a:ln w="7122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8460" y="2839399"/>
            <a:ext cx="1012031" cy="1709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22403B"/>
                </a:solidFill>
                <a:latin typeface="Roboto Slab"/>
              </a:rPr>
              <a:t>Virtual Try-On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3894" y="3483084"/>
            <a:ext cx="451423" cy="449076"/>
          </a:xfrm>
          <a:custGeom>
            <a:avLst/>
            <a:gdLst/>
            <a:ahLst/>
            <a:cxnLst/>
            <a:rect l="0" t="0" r="0" b="0"/>
            <a:pathLst>
              <a:path w="451423" h="449076">
                <a:moveTo>
                  <a:pt x="6173" y="2112"/>
                </a:moveTo>
                <a:moveTo>
                  <a:pt x="254359" y="131816"/>
                </a:moveTo>
                <a:lnTo>
                  <a:pt x="261957" y="156508"/>
                </a:lnTo>
                <a:cubicBezTo>
                  <a:pt x="263856" y="166005"/>
                  <a:pt x="273353" y="169804"/>
                  <a:pt x="282850" y="167904"/>
                </a:cubicBezTo>
                <a:lnTo>
                  <a:pt x="307542" y="162206"/>
                </a:lnTo>
                <a:cubicBezTo>
                  <a:pt x="330335" y="156508"/>
                  <a:pt x="345530" y="183100"/>
                  <a:pt x="330335" y="200194"/>
                </a:cubicBezTo>
                <a:lnTo>
                  <a:pt x="313240" y="219188"/>
                </a:lnTo>
                <a:cubicBezTo>
                  <a:pt x="307542" y="226786"/>
                  <a:pt x="307542" y="236282"/>
                  <a:pt x="313240" y="241981"/>
                </a:cubicBezTo>
                <a:lnTo>
                  <a:pt x="330335" y="260975"/>
                </a:lnTo>
                <a:cubicBezTo>
                  <a:pt x="345530" y="278069"/>
                  <a:pt x="330335" y="304661"/>
                  <a:pt x="307542" y="298963"/>
                </a:cubicBezTo>
                <a:lnTo>
                  <a:pt x="282850" y="293264"/>
                </a:lnTo>
                <a:cubicBezTo>
                  <a:pt x="273353" y="291365"/>
                  <a:pt x="265755" y="297063"/>
                  <a:pt x="261957" y="304661"/>
                </a:cubicBezTo>
                <a:lnTo>
                  <a:pt x="254359" y="329353"/>
                </a:lnTo>
                <a:cubicBezTo>
                  <a:pt x="246762" y="352146"/>
                  <a:pt x="216371" y="352146"/>
                  <a:pt x="210673" y="329353"/>
                </a:cubicBezTo>
                <a:lnTo>
                  <a:pt x="203075" y="304661"/>
                </a:lnTo>
                <a:cubicBezTo>
                  <a:pt x="201176" y="295164"/>
                  <a:pt x="191679" y="291365"/>
                  <a:pt x="182182" y="293264"/>
                </a:cubicBezTo>
                <a:lnTo>
                  <a:pt x="157490" y="298963"/>
                </a:lnTo>
                <a:cubicBezTo>
                  <a:pt x="134697" y="304661"/>
                  <a:pt x="119502" y="278069"/>
                  <a:pt x="134697" y="260975"/>
                </a:cubicBezTo>
                <a:lnTo>
                  <a:pt x="151792" y="241981"/>
                </a:lnTo>
                <a:cubicBezTo>
                  <a:pt x="157490" y="234383"/>
                  <a:pt x="157490" y="224886"/>
                  <a:pt x="151792" y="219188"/>
                </a:cubicBezTo>
                <a:lnTo>
                  <a:pt x="134697" y="200194"/>
                </a:lnTo>
                <a:cubicBezTo>
                  <a:pt x="119502" y="183100"/>
                  <a:pt x="134697" y="156508"/>
                  <a:pt x="157490" y="162206"/>
                </a:cubicBezTo>
                <a:lnTo>
                  <a:pt x="182182" y="167904"/>
                </a:lnTo>
                <a:cubicBezTo>
                  <a:pt x="191679" y="169804"/>
                  <a:pt x="199277" y="164106"/>
                  <a:pt x="203075" y="156508"/>
                </a:cubicBezTo>
                <a:lnTo>
                  <a:pt x="210673" y="131816"/>
                </a:lnTo>
                <a:cubicBezTo>
                  <a:pt x="216371" y="109023"/>
                  <a:pt x="248661" y="109023"/>
                  <a:pt x="254359" y="131816"/>
                </a:cubicBezTo>
                <a:close/>
                <a:moveTo>
                  <a:pt x="388743" y="291426"/>
                </a:moveTo>
                <a:cubicBezTo>
                  <a:pt x="390643" y="299023"/>
                  <a:pt x="398240" y="302822"/>
                  <a:pt x="403939" y="300923"/>
                </a:cubicBezTo>
                <a:lnTo>
                  <a:pt x="422932" y="297124"/>
                </a:lnTo>
                <a:cubicBezTo>
                  <a:pt x="440027" y="293325"/>
                  <a:pt x="451423" y="314219"/>
                  <a:pt x="440027" y="327514"/>
                </a:cubicBezTo>
                <a:lnTo>
                  <a:pt x="426731" y="342709"/>
                </a:lnTo>
                <a:cubicBezTo>
                  <a:pt x="421033" y="348408"/>
                  <a:pt x="421033" y="356005"/>
                  <a:pt x="426731" y="361703"/>
                </a:cubicBezTo>
                <a:lnTo>
                  <a:pt x="440027" y="376899"/>
                </a:lnTo>
                <a:cubicBezTo>
                  <a:pt x="451423" y="390194"/>
                  <a:pt x="440027" y="411088"/>
                  <a:pt x="422932" y="407289"/>
                </a:cubicBezTo>
                <a:lnTo>
                  <a:pt x="403939" y="403490"/>
                </a:lnTo>
                <a:cubicBezTo>
                  <a:pt x="396341" y="401591"/>
                  <a:pt x="390643" y="405390"/>
                  <a:pt x="388743" y="412987"/>
                </a:cubicBezTo>
                <a:lnTo>
                  <a:pt x="383045" y="431981"/>
                </a:lnTo>
                <a:cubicBezTo>
                  <a:pt x="377347" y="449076"/>
                  <a:pt x="354554" y="449076"/>
                  <a:pt x="348856" y="431981"/>
                </a:cubicBezTo>
                <a:lnTo>
                  <a:pt x="343158" y="412987"/>
                </a:lnTo>
                <a:cubicBezTo>
                  <a:pt x="341258" y="405390"/>
                  <a:pt x="333661" y="401591"/>
                  <a:pt x="327963" y="403490"/>
                </a:cubicBezTo>
                <a:lnTo>
                  <a:pt x="308969" y="407289"/>
                </a:lnTo>
                <a:cubicBezTo>
                  <a:pt x="291874" y="411088"/>
                  <a:pt x="280478" y="390194"/>
                  <a:pt x="291874" y="376899"/>
                </a:cubicBezTo>
                <a:lnTo>
                  <a:pt x="305170" y="361703"/>
                </a:lnTo>
                <a:moveTo>
                  <a:pt x="81674" y="374181"/>
                </a:moveTo>
                <a:cubicBezTo>
                  <a:pt x="0" y="292507"/>
                  <a:pt x="0" y="159549"/>
                  <a:pt x="81674" y="77875"/>
                </a:cubicBezTo>
                <a:cubicBezTo>
                  <a:pt x="144354" y="15195"/>
                  <a:pt x="235525" y="0"/>
                  <a:pt x="311501" y="34189"/>
                </a:cubicBezTo>
                <a:moveTo>
                  <a:pt x="6173" y="2112"/>
                </a:moveTo>
                <a:moveTo>
                  <a:pt x="429263" y="83574"/>
                </a:moveTo>
                <a:lnTo>
                  <a:pt x="376080" y="79775"/>
                </a:lnTo>
                <a:lnTo>
                  <a:pt x="372281" y="132959"/>
                </a:lnTo>
                <a:moveTo>
                  <a:pt x="6173" y="2112"/>
                </a:moveTo>
                <a:moveTo>
                  <a:pt x="28489" y="368488"/>
                </a:moveTo>
                <a:lnTo>
                  <a:pt x="81672" y="374186"/>
                </a:lnTo>
                <a:lnTo>
                  <a:pt x="87370" y="321003"/>
                </a:lnTo>
                <a:moveTo>
                  <a:pt x="376080" y="79775"/>
                </a:moveTo>
                <a:cubicBezTo>
                  <a:pt x="419766" y="123462"/>
                  <a:pt x="440660" y="180443"/>
                  <a:pt x="436861" y="237426"/>
                </a:cubicBezTo>
                <a:moveTo>
                  <a:pt x="233625" y="436870"/>
                </a:moveTo>
                <a:cubicBezTo>
                  <a:pt x="203235" y="436870"/>
                  <a:pt x="174744" y="431172"/>
                  <a:pt x="146253" y="419776"/>
                </a:cubicBezTo>
                <a:moveTo>
                  <a:pt x="232516" y="257537"/>
                </a:moveTo>
                <a:cubicBezTo>
                  <a:pt x="247400" y="257537"/>
                  <a:pt x="259467" y="245470"/>
                  <a:pt x="259467" y="230586"/>
                </a:cubicBezTo>
                <a:cubicBezTo>
                  <a:pt x="259467" y="215701"/>
                  <a:pt x="247400" y="203636"/>
                  <a:pt x="232516" y="203636"/>
                </a:cubicBezTo>
                <a:cubicBezTo>
                  <a:pt x="217632" y="203636"/>
                  <a:pt x="205566" y="215701"/>
                  <a:pt x="205566" y="230586"/>
                </a:cubicBezTo>
                <a:cubicBezTo>
                  <a:pt x="205566" y="245470"/>
                  <a:pt x="217632" y="257537"/>
                  <a:pt x="232516" y="257537"/>
                </a:cubicBezTo>
                <a:close/>
                <a:moveTo>
                  <a:pt x="365951" y="372615"/>
                </a:moveTo>
                <a:cubicBezTo>
                  <a:pt x="376988" y="372615"/>
                  <a:pt x="385936" y="363667"/>
                  <a:pt x="385936" y="352628"/>
                </a:cubicBezTo>
                <a:cubicBezTo>
                  <a:pt x="385936" y="341591"/>
                  <a:pt x="376988" y="332643"/>
                  <a:pt x="365951" y="332643"/>
                </a:cubicBezTo>
                <a:cubicBezTo>
                  <a:pt x="354911" y="332643"/>
                  <a:pt x="345963" y="341591"/>
                  <a:pt x="345963" y="352628"/>
                </a:cubicBezTo>
                <a:cubicBezTo>
                  <a:pt x="345963" y="363667"/>
                  <a:pt x="354911" y="372615"/>
                  <a:pt x="365951" y="372615"/>
                </a:cubicBezTo>
                <a:close/>
              </a:path>
            </a:pathLst>
          </a:custGeom>
          <a:noFill/>
          <a:ln w="7122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5" name="Group 24"/>
          <p:cNvGrpSpPr/>
          <p:nvPr/>
        </p:nvGrpSpPr>
        <p:grpSpPr>
          <a:xfrm>
            <a:off x="4201699" y="3352210"/>
            <a:ext cx="854573" cy="341946"/>
            <a:chOff x="4201699" y="3347448"/>
            <a:chExt cx="854573" cy="341946"/>
          </a:xfrm>
        </p:grpSpPr>
        <p:sp>
          <p:nvSpPr>
            <p:cNvPr id="23" name="TextBox 22"/>
            <p:cNvSpPr txBox="1"/>
            <p:nvPr/>
          </p:nvSpPr>
          <p:spPr>
            <a:xfrm>
              <a:off x="4201699" y="3347448"/>
              <a:ext cx="854573" cy="17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22403B"/>
                  </a:solidFill>
                  <a:latin typeface="Roboto Slab"/>
                </a:rPr>
                <a:t>Scalable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01699" y="3518421"/>
              <a:ext cx="854573" cy="17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22403B"/>
                  </a:solidFill>
                  <a:latin typeface="Roboto Slab"/>
                </a:rPr>
                <a:t>Architecture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558057" y="3808066"/>
            <a:ext cx="950861" cy="341946"/>
            <a:chOff x="2558057" y="3803304"/>
            <a:chExt cx="950861" cy="341946"/>
          </a:xfrm>
        </p:grpSpPr>
        <p:sp>
          <p:nvSpPr>
            <p:cNvPr id="26" name="TextBox 25"/>
            <p:cNvSpPr txBox="1"/>
            <p:nvPr/>
          </p:nvSpPr>
          <p:spPr>
            <a:xfrm>
              <a:off x="2558057" y="3803304"/>
              <a:ext cx="950861" cy="17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22403B"/>
                  </a:solidFill>
                  <a:latin typeface="Roboto Slab"/>
                </a:rPr>
                <a:t>High-Fidelity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558057" y="3974277"/>
              <a:ext cx="950861" cy="17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22403B"/>
                  </a:solidFill>
                  <a:latin typeface="Roboto Slab"/>
                </a:rPr>
                <a:t>Concepts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073064" y="4263922"/>
            <a:ext cx="729853" cy="341946"/>
            <a:chOff x="1073064" y="4259160"/>
            <a:chExt cx="729853" cy="341946"/>
          </a:xfrm>
        </p:grpSpPr>
        <p:sp>
          <p:nvSpPr>
            <p:cNvPr id="29" name="TextBox 28"/>
            <p:cNvSpPr txBox="1"/>
            <p:nvPr/>
          </p:nvSpPr>
          <p:spPr>
            <a:xfrm>
              <a:off x="1073064" y="4259160"/>
              <a:ext cx="729853" cy="17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22403B"/>
                  </a:solidFill>
                  <a:latin typeface="Roboto Slab"/>
                </a:rPr>
                <a:t>Integrated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73064" y="4430133"/>
              <a:ext cx="729853" cy="17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22403B"/>
                  </a:solidFill>
                  <a:latin typeface="Roboto Slab"/>
                </a:rPr>
                <a:t>Workflow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4762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14337"/>
            <a:ext cx="710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71537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71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0525" y="1938337"/>
            <a:ext cx="3025978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4500" b="1">
                <a:solidFill>
                  <a:srgbClr val="22403B"/>
                </a:solidFill>
                <a:latin typeface="Roboto Slab"/>
              </a:rPr>
              <a:t>Thank You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90525" y="2700337"/>
            <a:ext cx="2036864" cy="514350"/>
            <a:chOff x="390525" y="2695575"/>
            <a:chExt cx="2036864" cy="514350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2695575"/>
              <a:ext cx="203686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AI Fashion Design Generator: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867025"/>
              <a:ext cx="203686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Redefining fashion ideation and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3038475"/>
              <a:ext cx="203686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visualization</a:t>
              </a:r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371475" y="4281487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71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525" y="4567237"/>
            <a:ext cx="101947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Piyush Ramteke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